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77777"/>
                </a:solidFill>
                <a:latin typeface="Arial"/>
              </a:rPr>
              <a:t>Digital Signage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00000"/>
                </a:solidFill>
                <a:latin typeface="Arial"/>
              </a:rPr>
              <a:t>Draft screen deck includes internal OPS-99, VIP green room route, and staff radio channel.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77777"/>
                </a:solidFill>
                <a:latin typeface="Arial"/>
              </a:rPr>
              <a:t>Staff Ops Scratch - Remove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00000"/>
                </a:solidFill>
                <a:latin typeface="Arial"/>
              </a:rPr>
              <a:t>Draft screen deck includes internal OPS-99, VIP green room route, and staff radio channel.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77777"/>
                </a:solidFill>
                <a:latin typeface="Arial"/>
              </a:rPr>
              <a:t>VIP Escort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00000"/>
                </a:solidFill>
                <a:latin typeface="Arial"/>
              </a:rPr>
              <a:t>Draft screen deck includes internal OPS-99, VIP green room route, and staff radio channel.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77777"/>
                </a:solidFill>
                <a:latin typeface="Arial"/>
              </a:rPr>
              <a:t>Wayfinding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00000"/>
                </a:solidFill>
                <a:latin typeface="Arial"/>
              </a:rPr>
              <a:t>Draft screen deck includes internal OPS-99, VIP green room route, and staff radio channel.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