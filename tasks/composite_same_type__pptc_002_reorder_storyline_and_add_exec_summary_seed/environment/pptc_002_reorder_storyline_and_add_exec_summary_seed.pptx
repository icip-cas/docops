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Shift cable-tray recovery to weekend crew.</a:t>
            </a:r>
          </a:p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Lock revised vendor sequence by Tuesday.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Detailed task list.</a:t>
            </a:r>
          </a:p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Site-by-site owner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Vendor lead time extended by two weeks.</a:t>
            </a:r>
          </a:p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Inspection backlog grew after repeat 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Georgia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>
                <a:solidFill>
                  <a:srgbClr val="333333"/>
                </a:solidFill>
                <a:latin typeface="Arial"/>
              </a:rPr>
              <a:t>&lt;fill three bullets here&gt;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