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000000"/>
                </a:solidFill>
              </a:rPr>
              <a:t>Store Cooling Retrofit - Steering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212080" cy="43891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000000"/>
                </a:solidFill>
              </a:rPr>
              <a:t>Context
- 3 pilot stores are behind schedule
- Shutdown windows changed twice
- Vendor paperwork is incomplete
- Operations wants a recovery plan before Friday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4937760" cy="43891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000000"/>
                </a:solidFill>
              </a:rPr>
              <a:t>Numbers
- 2 stores waiting on variation order
- 1 store has refrigeration leak risk
- 5-day slip against baseline
- Finance approval still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000000"/>
                </a:solidFill>
              </a:rPr>
              <a:t>Operational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058400" cy="34747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0">
                <a:solidFill>
                  <a:srgbClr val="780000"/>
                </a:solidFill>
              </a:rPr>
              <a:t>TODO:
Generate 3 concise risk bullets here based on Slide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