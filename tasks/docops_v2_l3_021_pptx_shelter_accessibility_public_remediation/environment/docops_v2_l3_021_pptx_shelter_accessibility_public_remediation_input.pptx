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speaker note: staff-only EOC path, personal phone 555-0199,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speaker note: staff-only EOC path, personal phone 555-0199,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speaker note: staff-only EOC path, personal phone 555-0199,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speaker note: staff-only EOC path, personal phone 555-0199,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speaker note: staff-only EOC path, personal phone 555-0199,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speaker note: staff-only EOC path, personal phone 555-0199,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speaker note: staff-only EOC path, personal phone 555-0199,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speaker note: staff-only EOC path, personal phone 555-0199,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PRIVATE speaker note: staff-only EOC path, personal phone 555-0199, do not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internal.example/eoc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internal.example/eoc" TargetMode="Externa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DRAFT Emergency Shelter Accessibility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INTERNAL emergency operations center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16 shelters listed in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11 wheelchair accessible shelters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personal phone 555-0199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PRIVATE Correction Memo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16 shelters -&gt; 18 public shelters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11 wheelchair -&gt; 14 wheelchair accessible shelters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  <a:hlinkClick r:id="rId2"/>
              </a:rPr>
              <a:t>staff-only link http://internal.example/eoc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public link should be https://city.example/shelters/public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Shelter Map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eoc.internal map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off-slide labels still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unverified closure rumor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743200" y="53035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Arial"/>
              </a:rPr>
              <a:t>off-slide PRIVATE shelter closure note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Transit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PRIVATE paratransit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emergency operations center routing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Medical Privacy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medical privacy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do not publish resident equipment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Hotline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personal phone 555-0199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  <a:hlinkClick r:id="rId2"/>
              </a:rPr>
              <a:t>staff-only web link http://internal.example/eoc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Internal EOC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PRIVATE EOC contact 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do not publish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Accessibility Checklist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missing alt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broken internal hyperlinks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11827"/>
                </a:solidFill>
                <a:latin typeface="Arial"/>
              </a:rPr>
              <a:t>PRIVATE Speaker Prep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34155"/>
                </a:solidFill>
                <a:latin typeface="Arial"/>
              </a:rPr>
              <a:t>confidential talking points and EOC escalation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