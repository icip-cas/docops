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000000"/>
                </a:solidFill>
              </a:rPr>
              <a:t>Maintenance Workstreams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2926080" cy="18288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FFF0D2"/>
                </a:solidFill>
              </a:rPr>
              <a:t>Electrical
- panel cleanup
- cable relabel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463040"/>
            <a:ext cx="2743200" cy="18288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DCEBFF"/>
                </a:solidFill>
              </a:rPr>
              <a:t>Mechanical
- valve swap
- drain reroute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2286000"/>
            <a:ext cx="2834640" cy="18288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0">
                <a:solidFill>
                  <a:srgbClr val="E1F5E1"/>
                </a:solidFill>
              </a:rPr>
              <a:t>Controls
- alarm logic
- point naming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