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777777"/>
                </a:solidFill>
                <a:latin typeface="Arial"/>
              </a:rPr>
              <a:t>Shortlist Interview 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00000"/>
                </a:solidFill>
                <a:latin typeface="Arial"/>
              </a:rPr>
              <a:t>Draft deck still uses old theme and includes confidential PX-31.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777777"/>
                </a:solidFill>
                <a:latin typeface="Arial"/>
              </a:rPr>
              <a:t>Scratch Pricing - Remove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00000"/>
                </a:solidFill>
                <a:latin typeface="Arial"/>
              </a:rPr>
              <a:t>Draft deck still uses old theme and includes confidential PX-31.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777777"/>
                </a:solidFill>
                <a:latin typeface="Arial"/>
              </a:rPr>
              <a:t>Old Blue Project Slides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00000"/>
                </a:solidFill>
                <a:latin typeface="Arial"/>
              </a:rPr>
              <a:t>Draft deck still uses old theme and includes confidential PX-31.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