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48">
                <a:solidFill>
                  <a:srgbClr val="1F4E79"/>
                </a:solidFill>
              </a:rPr>
              <a:t>Layout Reference - Decision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40">
                <a:solidFill>
                  <a:srgbClr val="444444"/>
                </a:solidFill>
              </a:rPr>
              <a:t>Decision A [Fill]</a:t>
            </a:r>
          </a:p>
          <a:p>
            <a:pPr/>
            <a:r>
              <a:rPr sz="1440">
                <a:solidFill>
                  <a:srgbClr val="444444"/>
                </a:solidFill>
              </a:rPr>
              <a:t>Decision B [Fill]</a:t>
            </a:r>
          </a:p>
          <a:p>
            <a:pPr/>
            <a:r>
              <a:rPr sz="1440">
                <a:solidFill>
                  <a:srgbClr val="444444"/>
                </a:solidFill>
              </a:rPr>
              <a:t>Decision C [Fill]</a:t>
            </a:r>
          </a:p>
          <a:p>
            <a:pPr/>
            <a:r>
              <a:rPr sz="1440">
                <a:solidFill>
                  <a:srgbClr val="444444"/>
                </a:solidFill>
              </a:rPr>
              <a:t>Reference slide; duplicate this layout for the inserted decision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2"/>
              <a:t>LOCKED LAYOUT FOOTER - use this spacing and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Board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Workflow-locked board update deck</a:t>
            </a:r>
          </a:p>
          <a:p>
            <a:pPr/>
            <a:r>
              <a:rPr sz="1152"/>
              <a:t>Draft: Keep the decision reference slide unchanged.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Open Actions 5</a:t>
            </a:r>
          </a:p>
          <a:p>
            <a:pPr/>
            <a:r>
              <a:rPr sz="1152"/>
              <a:t>Draft: Late Items 2</a:t>
            </a:r>
          </a:p>
          <a:p>
            <a:pPr/>
            <a:r>
              <a:rPr sz="1152"/>
              <a:t>Draft: Completed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Decision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Decision A</a:t>
            </a:r>
          </a:p>
          <a:p>
            <a:pPr/>
            <a:r>
              <a:rPr sz="1152"/>
              <a:t>Draft: Release the revised FAQ.</a:t>
            </a:r>
          </a:p>
          <a:p>
            <a:pPr/>
            <a:r>
              <a:rPr sz="1152"/>
              <a:t>Draft: Decision B</a:t>
            </a:r>
          </a:p>
          <a:p>
            <a:pPr/>
            <a:r>
              <a:rPr sz="1152"/>
              <a:t>Draft: Approve the corrected attendance count.</a:t>
            </a:r>
          </a:p>
          <a:p>
            <a:pPr/>
            <a:r>
              <a:rPr sz="1152"/>
              <a:t>Draft: Decision C</a:t>
            </a:r>
          </a:p>
          <a:p>
            <a:pPr/>
            <a:r>
              <a:rPr sz="1152"/>
              <a:t>Draft: Post the packet by Friday.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Action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Keep this live table after the inserted decision slide.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Draft: Mia Torres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Draft: Release FAQ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2025-02-14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Draft: Devin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Draft: Post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2025-02-15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Thank you</a:t>
            </a:r>
          </a:p>
          <a:p>
            <a:pPr/>
            <a:r>
              <a:rPr sz="1152"/>
              <a:t>Draft: Keep the closing slide at the end of the live storyline.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Draft Parking 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Superseded draft slide. Remove this slide before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