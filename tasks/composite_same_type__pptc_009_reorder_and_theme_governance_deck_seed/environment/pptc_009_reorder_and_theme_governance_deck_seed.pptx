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49807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Lock revised install sequence.</a:t>
            </a:r>
          </a:p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Issue client update after vendor confirmation.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49807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Reference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49807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Program remains recoverable with focused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49807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Supplier backlog remains elevated.</a:t>
            </a:r>
          </a:p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Inspection hold risk remains open.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