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OLD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TBD Schedule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TBD 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