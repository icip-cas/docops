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48">
                <a:solidFill>
                  <a:srgbClr val="1F4E79"/>
                </a:solidFill>
              </a:rPr>
              <a:t>Layout Reference -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40">
                <a:solidFill>
                  <a:srgbClr val="444444"/>
                </a:solidFill>
              </a:rPr>
              <a:t>Reference layout for the cleaned-up master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92"/>
              <a:t>LOCKED LAYOUT FOOTER - use this spacing and style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Quarterly Business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Workflow-locked review deck</a:t>
            </a:r>
          </a:p>
          <a:p>
            <a:pPr/>
            <a:r>
              <a:rPr sz="1152"/>
              <a:t>Draft: Keep the reference slide unchanged.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Overview</a:t>
            </a:r>
          </a:p>
          <a:p>
            <a:pPr/>
            <a:r>
              <a:rPr sz="1152"/>
              <a:t>Draft: Risk Review</a:t>
            </a:r>
          </a:p>
          <a:p>
            <a:pPr/>
            <a:r>
              <a:rPr sz="1152"/>
              <a:t>Draft: Next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Risk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Risk A remains open.</a:t>
            </a:r>
          </a:p>
          <a:p>
            <a:pPr/>
            <a:r>
              <a:rPr sz="1152"/>
              <a:t>Draft: Risk B has been mitigated.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Open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Action 1 needs a new owner.</a:t>
            </a:r>
          </a:p>
          <a:p>
            <a:pPr/>
            <a:r>
              <a:rPr sz="1152"/>
              <a:t>Draft: Action 2 is ready to close.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Thanks</a:t>
            </a:r>
          </a:p>
          <a:p>
            <a:pPr/>
            <a:r>
              <a:rPr sz="1152"/>
              <a:t>Draft: Deck closes after the live storyline.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Old Risk 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Superseded draft slide. Remove this slide before publication.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