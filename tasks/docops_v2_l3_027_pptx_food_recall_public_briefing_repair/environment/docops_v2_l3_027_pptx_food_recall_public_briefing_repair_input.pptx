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note: peanut, FR-2407-D, 162 stores, 555-0100,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note: peanut, FR-2407-D, 162 stores, 555-0100,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note: peanut, FR-2407-D, 162 stores, 555-0100,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note: peanut, FR-2407-D, 162 stores, 555-0100,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note: peanut, FR-2407-D, 162 stores, 555-0100,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note: peanut, FR-2407-D, 162 stores, 555-0100,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note: peanut, FR-2407-D, 162 stores, 555-0100,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note: peanut, FR-2407-D, 162 stores, 555-0100,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1827"/>
                </a:solidFill>
                <a:latin typeface="Arial"/>
              </a:rPr>
              <a:t>DRAFT Recall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peanut allergen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FR-2407-D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2026-08-12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162 stores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555-0100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1827"/>
                </a:solidFill>
                <a:latin typeface="Arial"/>
              </a:rPr>
              <a:t>PRIVATE Correction Scratch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legal review 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supplier dispute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do not publish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1827"/>
                </a:solidFill>
                <a:latin typeface="Arial"/>
              </a:rPr>
              <a:t>INTERNAL Consumer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wrong hotline 555-0100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1827"/>
                </a:solidFill>
                <a:latin typeface="Arial"/>
              </a:rPr>
              <a:t>Old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2026-08-12 draft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1827"/>
                </a:solidFill>
                <a:latin typeface="Arial"/>
              </a:rPr>
              <a:t>Private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PRIVATE supplier dispute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1827"/>
                </a:solidFill>
                <a:latin typeface="Arial"/>
              </a:rPr>
              <a:t>Extra Internal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DRAFT peanut FR-2407-D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1827"/>
                </a:solidFill>
                <a:latin typeface="Arial"/>
              </a:rPr>
              <a:t>Staff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do not publish 162 stores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1827"/>
                </a:solidFill>
                <a:latin typeface="Arial"/>
              </a:rPr>
              <a:t>Legal 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PRIVATE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