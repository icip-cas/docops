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Georgia"/>
              </a:rPr>
              <a:t>Root 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498079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>
                <a:solidFill>
                  <a:srgbClr val="333333"/>
                </a:solidFill>
                <a:latin typeface="Arial"/>
              </a:rPr>
              <a:t>Vendor lead time extended by two weeks.</a:t>
            </a:r>
          </a:p>
          <a:p>
            <a:pPr/>
            <a:r>
              <a:rPr sz="1600">
                <a:solidFill>
                  <a:srgbClr val="333333"/>
                </a:solidFill>
                <a:latin typeface="Arial"/>
              </a:rPr>
              <a:t>Inspection backlog grew after repeat holds.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Georgia"/>
              </a:rPr>
              <a:t>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498079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>
                <a:solidFill>
                  <a:srgbClr val="333333"/>
                </a:solidFill>
                <a:latin typeface="Arial"/>
              </a:rPr>
              <a:t>Shift cable-tray recovery to weekend crew.</a:t>
            </a:r>
          </a:p>
          <a:p>
            <a:pPr/>
            <a:r>
              <a:rPr sz="1600">
                <a:solidFill>
                  <a:srgbClr val="333333"/>
                </a:solidFill>
                <a:latin typeface="Arial"/>
              </a:rPr>
              <a:t>Lock revised vendor sequence by Tuesday.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Georgia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498079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>
                <a:solidFill>
                  <a:srgbClr val="333333"/>
                </a:solidFill>
                <a:latin typeface="Arial"/>
              </a:rPr>
              <a:t>Owner map.</a:t>
            </a:r>
          </a:p>
          <a:p>
            <a:pPr/>
            <a:r>
              <a:rPr sz="1600">
                <a:solidFill>
                  <a:srgbClr val="333333"/>
                </a:solidFill>
                <a:latin typeface="Arial"/>
              </a:rPr>
              <a:t>Reference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