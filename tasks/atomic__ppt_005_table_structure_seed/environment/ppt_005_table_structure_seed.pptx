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65760"/>
            <a:ext cx="10789920" cy="73152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400" b="1">
                <a:solidFill>
                  <a:srgbClr val="141414"/>
                </a:solidFill>
              </a:rPr>
              <a:t>Milestone Tracker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554480"/>
          <a:ext cx="9601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  <a:gridCol w="3200400"/>
              </a:tblGrid>
              <a:tr h="640080">
                <a:tc>
                  <a:txBody>
                    <a:bodyPr/>
                    <a:lstStyle/>
                    <a:p>
                      <a:r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Due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Variation order approved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 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Shutdown calendar 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 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Draft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Site kickoff 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 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Planned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