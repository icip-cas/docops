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141414"/>
                </a:solidFill>
              </a:rPr>
              <a:t>Slide 1 -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509760" cy="20116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Project owner first listed as Karl Meyer. Initial launch target noted as 15 July.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141414"/>
                </a:solidFill>
              </a:rPr>
              <a:t>Slide 2 - Update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509760" cy="20116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Correction: final launch target moved to 22 July after supplier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141414"/>
                </a:solidFill>
              </a:rPr>
              <a:t>Slide 3 -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9509760" cy="201168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0">
                <a:solidFill>
                  <a:srgbClr val="141414"/>
                </a:solidFill>
              </a:rPr>
              <a:t>Final action owner for launch readiness: Ava Singh.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