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448">
                <a:solidFill>
                  <a:srgbClr val="1F4E79"/>
                </a:solidFill>
              </a:rPr>
              <a:t>Layout Reference - Callout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40">
                <a:solidFill>
                  <a:srgbClr val="444444"/>
                </a:solidFill>
              </a:rPr>
              <a:t>Reference slide for the structured callout.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789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92"/>
              <a:t>LOCKED LAYOUT FOOTER - use this spacing and style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28"/>
              <a:t>Draft: Program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2"/>
              <a:t>Draft: Workflow-locked publication deck</a:t>
            </a:r>
          </a:p>
          <a:p>
            <a:pPr/>
            <a:r>
              <a:rPr sz="1152"/>
              <a:t>Draft: Keep the reference slide unchanged.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28"/>
              <a:t>Draft: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2"/>
              <a:t>Draft: The program is ready for publication.</a:t>
            </a:r>
          </a:p>
          <a:p>
            <a:pPr/>
            <a:r>
              <a:rPr sz="1152"/>
              <a:t>Draft: All open items have been reduced.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28"/>
              <a:t>Draft: Risk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2"/>
              <a:t>Draft: Risk 1 remains visible.</a:t>
            </a:r>
          </a:p>
          <a:p>
            <a:pPr/>
            <a:r>
              <a:rPr sz="1152"/>
              <a:t>Draft: Risk 2 has been closed.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28"/>
              <a:t>Draft: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2"/>
              <a:t>Draft: Milestone A</a:t>
            </a:r>
          </a:p>
          <a:p>
            <a:pPr/>
            <a:r>
              <a:rPr sz="1152"/>
              <a:t>Draft: Milestone B</a:t>
            </a:r>
          </a:p>
          <a:p>
            <a:pPr/>
            <a:r>
              <a:rPr sz="1152"/>
              <a:t>Draft: Milestone 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28"/>
              <a:t>Draft: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2"/>
              <a:t>Draft: Thanks</a:t>
            </a:r>
          </a:p>
          <a:p>
            <a:pPr/>
            <a:r>
              <a:rPr sz="1152"/>
              <a:t>Draft: The closing slide remains last.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28"/>
              <a:t>Draft: Superseded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52"/>
              <a:t>Draft: Superseded draft slide. Remove this slide before publication.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