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141414"/>
                </a:solidFill>
              </a:rPr>
              <a:t>Operations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1828800"/>
            <a:ext cx="9144000" cy="1828800"/>
          </a:xfrm>
          <a:prstGeom prst="rect">
            <a:avLst/>
          </a:prstGeom>
          <a:solidFill>
            <a:srgbClr val="FAF0D2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0">
                <a:solidFill>
                  <a:srgbClr val="141414"/>
                </a:solidFill>
              </a:rPr>
              <a:t>Font, color, and box styles are inconsistent across this deck.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500" b="0">
                <a:solidFill>
                  <a:srgbClr val="141414"/>
                </a:solidFill>
              </a:rPr>
              <a:t>Budget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1828800"/>
            <a:ext cx="9144000" cy="1828800"/>
          </a:xfrm>
          <a:prstGeom prst="rect">
            <a:avLst/>
          </a:prstGeom>
          <a:solidFill>
            <a:srgbClr val="DCEB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0">
                <a:solidFill>
                  <a:srgbClr val="141414"/>
                </a:solidFill>
              </a:rPr>
              <a:t>This slide uses different type sizes and alignment again.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141414"/>
                </a:solidFill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1828800"/>
            <a:ext cx="9144000" cy="1828800"/>
          </a:xfrm>
          <a:prstGeom prst="rect">
            <a:avLst/>
          </a:prstGeom>
          <a:solidFill>
            <a:srgbClr val="F0DCEB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>
                <a:solidFill>
                  <a:srgbClr val="141414"/>
                </a:solidFill>
              </a:rPr>
              <a:t>The whole presentation should feel stylistically unified.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