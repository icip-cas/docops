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prompt transcript, jailbreak reproduction, personal phone 555-0144, legal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prompt transcript, jailbreak reproduction, personal phone 555-0144, legal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prompt transcript, jailbreak reproduction, personal phone 555-0144, legal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prompt transcript, jailbreak reproduction, personal phone 555-0144, legal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publish prompt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publish prompt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publish prompt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publish prompt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prompt transcript, jailbreak reproduction, personal phone 555-0144, legal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prompt transcript, jailbreak reproduction, personal phone 555-0144, legal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prompt transcript, jailbreak reproduction, personal phone 555-0144, legal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prompt transcript, jailbreak reproduction, personal phone 555-0144, legal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DRAFT CivicHelp AI Incident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prompt transcript included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jailbreak reproduction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vendor security exception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employee discipline note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personal phone 555-0144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Correction Log /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CivicHelp Chatbot v2.1-beta -&gt; CivicHelp Chatbot v2.2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2,900 -&gt; 1,240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2026-04-03 -&gt; 2026-04-02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Jules Ren -&gt; Jules Renner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Containted -&gt; Contained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CivicHelp AI Incident Disclosure Packet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Public disclosure packet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Incident window: 2026-04-01 to 2026-04-02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Prepared for the Digital Services Oversight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Disclosure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Scope includes CivicHelp Chatbot v2.1-beta, draft counts, and internal review notes.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Scope excludes prompt transcripts, exploit reproduction details, and personnel matters.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scratch: private model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Corrected Incident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8458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Public Event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2026-04-01 09:20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Routing anomaly detected in CivicHelp Chatbot v2.1-beta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Containted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2026-04-01 13:40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Affected-session review narrowed to 2,900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2026-04-03 08:30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First public notice posted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Affected Services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691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AI System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Affected Sessions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Public Impact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16916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Service triage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CivicHelp Chatbot v2.1-beta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Misrouted service category suggestions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Containted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Remediation Controls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691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Control ID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Due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16916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CTL-001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Human review for high-impact routing topics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Jules 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2026-04-04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Transparency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1691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Register ID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Public Disclosure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16916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First public notice posted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2026-04-03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Published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PRIVATE Legal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legal hold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private model score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employee discipline note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do not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Public Disclosure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Correction log pending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Confidential prompt material still present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Affected-session count 2,900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Board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Approve draft packet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Receive control update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Review transparency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Publication Style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Title background 111827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Content background F9FAFB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Accent 2563EB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Table header 374151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AI review draft | do not publish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