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1">
                <a:solidFill>
                  <a:srgbClr val="141414"/>
                </a:solidFill>
              </a:rPr>
              <a:t>Slide 1 - KPI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Current delay: 5 days. Budget variance: +8%. Readiness status: amber.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1">
                <a:solidFill>
                  <a:srgbClr val="141414"/>
                </a:solidFill>
              </a:rPr>
              <a:t>Slide 2 - Commentary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Team note says the delay is only 2 days because three activities were rebaselined yesterday.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1">
                <a:solidFill>
                  <a:srgbClr val="141414"/>
                </a:solidFill>
              </a:rPr>
              <a:t>Slide 3 - Steering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Budget variance and readiness still use the original baseline, not the rebaselined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