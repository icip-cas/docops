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1148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Vendor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 notes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Install memo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 notes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Client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 notes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0" y="118872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Vendor recovery owner: Maya Chen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Install memo owner: Ravi Shah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Client update owner: Elena Park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