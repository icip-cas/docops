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Schedule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Launch moved to 25 July after cabling slip.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Recovery work is focused on testing and turnover.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Status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444444"/>
                </a:solidFill>
                <a:latin typeface="Arial"/>
              </a:rPr>
              <a:t>Critical: Launch remains on track for 18 July.</a:t>
            </a:r>
          </a:p>
          <a:p>
            <a:pPr/>
            <a:r>
              <a:rPr sz="1600">
                <a:solidFill>
                  <a:srgbClr val="444444"/>
                </a:solidFill>
                <a:latin typeface="Arial"/>
              </a:rPr>
              <a:t>Training materials are still in review.</a:t>
            </a:r>
          </a:p>
          <a:p>
            <a:pPr/>
            <a:r>
              <a:rPr sz="1600">
                <a:solidFill>
                  <a:srgbClr val="444444"/>
                </a:solidFill>
                <a:latin typeface="Arial"/>
              </a:rPr>
              <a:t>Vendor walkdown is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