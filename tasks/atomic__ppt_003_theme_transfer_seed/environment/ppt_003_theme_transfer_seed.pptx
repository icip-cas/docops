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8992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141414"/>
                </a:solidFill>
              </a:rPr>
              <a:t>Q2 Program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9601200" cy="1828800"/>
          </a:xfrm>
          <a:prstGeom prst="rect">
            <a:avLst/>
          </a:prstGeom>
          <a:solidFill>
            <a:srgbClr val="FFE6DC"/>
          </a:solidFill>
          <a:ln>
            <a:solidFill>
              <a:srgbClr val="FF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0">
                <a:solidFill>
                  <a:srgbClr val="1E1E1E"/>
                </a:solidFill>
              </a:rPr>
              <a:t>Current deck was assembled from multiple sources with inconsistent colors and fonts.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8992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141414"/>
                </a:solidFill>
              </a:rPr>
              <a:t>Budget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9601200" cy="1828800"/>
          </a:xfrm>
          <a:prstGeom prst="rect">
            <a:avLst/>
          </a:prstGeom>
          <a:solidFill>
            <a:srgbClr val="EBEBDC"/>
          </a:solidFill>
          <a:ln>
            <a:solidFill>
              <a:srgbClr val="EB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0">
                <a:solidFill>
                  <a:srgbClr val="1E1E1E"/>
                </a:solidFill>
              </a:rPr>
              <a:t>Spend is 8% above baseline because freight and overtime rose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8992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141414"/>
                </a:solidFill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9601200" cy="1828800"/>
          </a:xfrm>
          <a:prstGeom prst="rect">
            <a:avLst/>
          </a:prstGeom>
          <a:solidFill>
            <a:srgbClr val="D7F0DC"/>
          </a:solidFill>
          <a:ln>
            <a:solidFill>
              <a:srgbClr val="D7F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0">
                <a:solidFill>
                  <a:srgbClr val="1E1E1E"/>
                </a:solidFill>
              </a:rPr>
              <a:t>Need a calmer executive-ready theme, ideally blue and professional.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