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Quarterly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Workflow-locked risk-callout insertion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Keep the reference slide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Overview | Risk Review |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Insert the Risk Callout slide immediately after Agenda.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Storyline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Revenue bridge | 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This slide should follow Open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Obsolete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Superseded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Delete this obsolete slide from the final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Open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latin typeface="Arial"/>
              </a:rPr>
              <a:t>Refresh the risk table from the issue log.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217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41148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Keep the closing slide at the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rial"/>
              </a:rPr>
              <a:t>Layout Reference - Risk Callout</a:t>
            </a:r>
          </a:p>
        </p:txBody>
      </p:sp>
      <p:pic>
        <p:nvPicPr>
          <p:cNvPr id="3" name="Picture 2" descr="_pp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234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latin typeface="Arial"/>
              </a:rPr>
              <a:t>Risk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344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[Fill]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latin typeface="Arial"/>
              </a:rPr>
              <a:t>Risk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[Fill]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latin typeface="Arial"/>
              </a:rPr>
              <a:t>Risk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latin typeface="Arial"/>
              </a:rPr>
              <a:t>[Fill]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latin typeface="Arial"/>
              </a:rPr>
              <a:t>Reference slide; duplicate this layout for the inserted risk-callout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