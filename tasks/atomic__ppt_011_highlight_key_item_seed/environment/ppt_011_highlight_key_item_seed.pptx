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24128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41414"/>
                </a:solidFill>
              </a:rPr>
              <a:t>Milestone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9875520" cy="29260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Milestones:
- Variation order approved
- Shutdown calendar delayed
- Vendor contact list complete
- Critical: commissioning engineer unavailable
- Site kickoff call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