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do not disclose patient name or insurer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patient name, personal phone 555-0200, legal risk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DRAFT Harborview Evacuation Working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patient name list attached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nurse grievance and bed shortage rumor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insurer notification pending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personal phone 555-0200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Correction Log /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West Tower 5B -&gt; West Tower 5C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ambulance count 14 -&gt; 18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Family center opens 10:45 -&gt; 10:15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Peds Unit -&gt; Pediatric Unit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Dr. Helen Mora -&gt; Dr. Helena 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Harborview Hospital Evacuation Exercise: Public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Public exercise briefing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Exercise date: 2026-09-12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Prepared for the Regional Health Preparedness Council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Exercise Scope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Scenario: partial evacuation following utility loss in West Tower 5B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Scope includes patient movement, transport staging, family reunification, and public communications.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Scope excludes patient-level clinical details and nonpublic personnel issues.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scratch: security camera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Patient Movement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Event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08:10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Utility loss detected in West Tower 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08:25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Evacuation branch activated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09:05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Peds Unit relocation began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Family reunification center opened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11:40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All exercise patients accounted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Unit Impact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Impact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Patients Moved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Receiving Area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West Tower 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Partial evacuation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East Tower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Peds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Temporary relocation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Children's clinic 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Imaging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Scheduled studies paused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No relocation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Emergency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Ambulance intake rerouted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South ambulance bay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Transport Resource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Staging Location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Ambulances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South ambulance bay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Wheelchair vans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Main entrance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Internal transport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West Tower lobby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Bus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Conference center curb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Standby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Family Reunification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Public Workflow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Open reunification center at 10:45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Family Assistance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Verify visitor identity at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Security 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Provide unit status cards every 30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Patient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Escalate unresolved inquiries to social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Social Work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Communications Cadence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Audience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Reunification center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Every 30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Patient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Regional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Preparedness council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Hourly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Liaison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Website banner and media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At status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Public Information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Command center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Every 45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Operations Chief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Corrective Action Commitments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234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83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Commitment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Update evacuation unit map for West Tower 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Facilities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2026-09-30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Expand transport staging checklist for ambulance count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Logistics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2026-10-04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Standardize family center opening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Patient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2026-10-07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Run Peds Unit relocation drill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Dr. Helen Mora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2026-10-15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PRIVATE Legal Risk 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legal risk memo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insurer notification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bed shortage rumor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security camera note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do not disclose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Publication 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Title background 172A3A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Content background F8F4EC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Accent E4572E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Table header 0B6E4F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Footer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66666"/>
                </a:solidFill>
                <a:latin typeface="Calibri"/>
              </a:rPr>
              <a:t>Appendix Slide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Arial"/>
              </a:rPr>
              <a:t>Appendix A - Exercise Scope and Assumptions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Appendix B - Patient Movement Timeline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Appendix C - Transport Resource Plan</a:t>
            </a:r>
          </a:p>
          <a:p>
            <a:r>
              <a:rPr sz="1700">
                <a:solidFill>
                  <a:srgbClr val="333333"/>
                </a:solidFill>
                <a:latin typeface="Arial"/>
              </a:rPr>
              <a:t>Appendix D - Corrective Action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evacuation exercise draft | do not disclose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