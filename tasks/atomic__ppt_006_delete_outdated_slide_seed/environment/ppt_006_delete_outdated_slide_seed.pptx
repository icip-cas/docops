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141414"/>
                </a:solidFill>
              </a:rPr>
              <a:t>Program Update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737360"/>
            <a:ext cx="9601200" cy="2011680"/>
          </a:xfrm>
          <a:prstGeom prst="rect">
            <a:avLst/>
          </a:prstGeom>
          <a:noFill/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0">
                <a:solidFill>
                  <a:srgbClr val="141414"/>
                </a:solidFill>
              </a:rPr>
              <a:t>Current status for the steering committee.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141414"/>
                </a:solidFill>
              </a:rPr>
              <a:t>Old Appendix (DELETE ME)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737360"/>
            <a:ext cx="9601200" cy="2011680"/>
          </a:xfrm>
          <a:prstGeom prst="rect">
            <a:avLst/>
          </a:prstGeom>
          <a:noFill/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0">
                <a:solidFill>
                  <a:srgbClr val="141414"/>
                </a:solidFill>
              </a:rPr>
              <a:t>Legacy note set from the previous reporting cycle.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141414"/>
                </a:solidFill>
              </a:rPr>
              <a:t>Current Risks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737360"/>
            <a:ext cx="9601200" cy="2011680"/>
          </a:xfrm>
          <a:prstGeom prst="rect">
            <a:avLst/>
          </a:prstGeom>
          <a:noFill/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0">
                <a:solidFill>
                  <a:srgbClr val="141414"/>
                </a:solidFill>
              </a:rPr>
              <a:t>Operational, commercial, and scheduling risks for the next two weeks.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