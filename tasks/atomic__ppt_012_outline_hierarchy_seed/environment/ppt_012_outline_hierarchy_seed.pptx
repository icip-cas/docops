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424160" cy="731520"/>
          </a:xfrm>
          <a:prstGeom prst="rect">
            <a:avLst/>
          </a:prstGeom>
          <a:noFill/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500" b="1">
                <a:solidFill>
                  <a:srgbClr val="141414"/>
                </a:solidFill>
              </a:rPr>
              <a:t>Workstream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987552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Program Controls</a:t>
            </a:r>
          </a:p>
          <a:p>
            <a:pPr>
              <a:defRPr sz="2200"/>
            </a:pPr>
            <a:r>
              <a:t>Site Readiness</a:t>
            </a:r>
          </a:p>
          <a:p>
            <a:pPr>
              <a:defRPr sz="2200"/>
            </a:pPr>
            <a:r>
              <a:t>confirm vendor contact list</a:t>
            </a:r>
          </a:p>
          <a:p>
            <a:pPr>
              <a:defRPr sz="2200"/>
            </a:pPr>
            <a:r>
              <a:t>Mechanical Tasks</a:t>
            </a:r>
          </a:p>
          <a:p>
            <a:pPr lvl="1">
              <a:defRPr sz="1800"/>
            </a:pPr>
            <a:r>
              <a:t>Drain reroute</a:t>
            </a:r>
          </a:p>
          <a:p>
            <a:pPr>
              <a:defRPr sz="2200"/>
            </a:pPr>
            <a:r>
              <a:t>Electrical Tasks</a:t>
            </a:r>
          </a:p>
          <a:p>
            <a:pPr>
              <a:defRPr sz="2200"/>
            </a:pPr>
            <a:r>
              <a:t>panel cleanup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