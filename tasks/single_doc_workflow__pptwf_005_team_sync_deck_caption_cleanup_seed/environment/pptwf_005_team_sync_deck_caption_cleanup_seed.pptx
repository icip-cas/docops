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48">
                <a:solidFill>
                  <a:srgbClr val="1F4E79"/>
                </a:solidFill>
              </a:rPr>
              <a:t>Layout Reference - Caption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40">
                <a:solidFill>
                  <a:srgbClr val="444444"/>
                </a:solidFill>
              </a:rPr>
              <a:t>Reference slide for the caption layout.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92"/>
              <a:t>LOCKED LAYOUT FOOTER - use this spacing and style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Team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Workflow-locked team sync deck</a:t>
            </a:r>
          </a:p>
          <a:p>
            <a:pPr/>
            <a:r>
              <a:rPr sz="1152"/>
              <a:t>Draft: Keep the caption layout stable.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Standup</a:t>
            </a:r>
          </a:p>
          <a:p>
            <a:pPr/>
            <a:r>
              <a:rPr sz="1152"/>
              <a:t>Draft: Roadmap</a:t>
            </a:r>
          </a:p>
          <a:p>
            <a:pPr/>
            <a:r>
              <a:rPr sz="1152"/>
              <a:t>Draft: Risks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Caption A</a:t>
            </a:r>
          </a:p>
          <a:p>
            <a:pPr/>
            <a:r>
              <a:rPr sz="1152"/>
              <a:t>Draft: Caption B</a:t>
            </a:r>
          </a:p>
          <a:p>
            <a:pPr/>
            <a:r>
              <a:rPr sz="1152"/>
              <a:t>Draft: Caption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Caption Cleanup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Draft caption one</a:t>
            </a:r>
          </a:p>
          <a:p>
            <a:pPr/>
            <a:r>
              <a:rPr sz="1152"/>
              <a:t>Draft: Draft caption two</a:t>
            </a:r>
          </a:p>
          <a:p>
            <a:pPr/>
            <a:r>
              <a:rPr sz="1152"/>
              <a:t>Draft: Draft caption three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Thanks</a:t>
            </a:r>
          </a:p>
          <a:p>
            <a:pPr/>
            <a:r>
              <a:rPr sz="1152"/>
              <a:t>Draft: Close the deck after the working slides.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Old Roadmap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Superseded draft slide. Remove this slide before publication.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