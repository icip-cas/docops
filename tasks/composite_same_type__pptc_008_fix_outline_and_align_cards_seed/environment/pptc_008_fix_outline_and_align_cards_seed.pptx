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Workstreams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Permits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Reviewer queue still slow.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Materials</a:t>
            </a:r>
          </a:p>
          <a:p>
            <a:pPr/>
            <a:r>
              <a:rPr sz="1600">
                <a:solidFill>
                  <a:srgbClr val="333333"/>
                </a:solidFill>
                <a:latin typeface="Arial"/>
              </a:rPr>
              <a:t>Vendor lead time remains elevated.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828800" cy="1280160"/>
          </a:xfrm>
          <a:prstGeom prst="roundRect">
            <a:avLst/>
          </a:prstGeom>
          <a:solidFill>
            <a:srgbClr val="F4D7D0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Permits</a:t>
            </a:r>
          </a:p>
          <a:p>
            <a:pPr/>
            <a:r>
              <a:rPr sz="1300">
                <a:latin typeface="Arial"/>
              </a:rPr>
              <a:t>Queue slow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3474720"/>
            <a:ext cx="1828800" cy="1280160"/>
          </a:xfrm>
          <a:prstGeom prst="roundRect">
            <a:avLst/>
          </a:prstGeom>
          <a:solidFill>
            <a:srgbClr val="EADCC2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Materials</a:t>
            </a:r>
          </a:p>
          <a:p>
            <a:pPr/>
            <a:r>
              <a:rPr sz="1300">
                <a:latin typeface="Arial"/>
              </a:rPr>
              <a:t>Lead time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743200"/>
            <a:ext cx="1828800" cy="1280160"/>
          </a:xfrm>
          <a:prstGeom prst="roundRect">
            <a:avLst/>
          </a:prstGeom>
          <a:solidFill>
            <a:srgbClr val="E8D2C6"/>
          </a:solidFill>
          <a:ln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latin typeface="Arial"/>
              </a:rPr>
              <a:t>Startup</a:t>
            </a:r>
          </a:p>
          <a:p>
            <a:pPr/>
            <a:r>
              <a:rPr sz="1300">
                <a:latin typeface="Arial"/>
              </a:rPr>
              <a:t>Crew uneven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