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Draft total emissions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45000</c:v>
                </c:pt>
                <c:pt idx="1">
                  <c:v>42800</c:v>
                </c:pt>
                <c:pt idx="2">
                  <c:v>39750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do not publish. Contains unreleased forecast, personal phone, and private assurance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do not publish. Contains unreleased forecast, personal phone, and private assurance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do not publish. Contains unreleased forecast, personal phone, and private assurance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 note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do not publish. Contains unreleased forecast, personal phone, and private assurance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DRAFT Northline Climate Disclosure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INTERNAL scratch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FY2026 private sustainability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Prepared for working group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PRIVATE Correction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Scope 2 location-based 14,800 should become 13,480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Renewable electricity 42% should become 48%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Base year 2023 should become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Kara Sato should become Kara Saito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Submittd should become 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Disclosure Boundary -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Base year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Scope 2 location-based 14,800 tCO2e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Renewable electricity 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legal hold review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Messy Emissions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Scope 1 emissions 8,940 tCO2e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Scope 2 location-based 14,800 tCO2e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Renewable electricity 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Status Submittd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7899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101727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Draft value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1017270">
                <a:tc>
                  <a:txBody>
                    <a:bodyPr/>
                    <a:lstStyle/>
                    <a:p>
                      <a:r>
                        <a:t>Scope 2 location-based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14,800 tCO2e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Submittd</a:t>
                      </a:r>
                    </a:p>
                  </a:txBody>
                  <a:tcPr/>
                </a:tc>
              </a:tr>
              <a:tr h="1017270">
                <a:tc>
                  <a:txBody>
                    <a:bodyPr/>
                    <a:lstStyle/>
                    <a:p>
                      <a:r>
                        <a:t>Renewable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Submittd</a:t>
                      </a:r>
                    </a:p>
                  </a:txBody>
                  <a:tcPr/>
                </a:tc>
              </a:tr>
              <a:tr h="1017270">
                <a:tc>
                  <a:txBody>
                    <a:bodyPr/>
                    <a:lstStyle/>
                    <a:p>
                      <a:r>
                        <a:t>Base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Submittd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Wrong Emissions Trend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DRAFT chart uses old categories and unreleased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6858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PRIVATE Assurance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Boundary review owner Kara Sato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 assurance finding: control evidence incomplete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personal phone: 555-0100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Transition Actions -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facility closure rumor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supplier dispute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do not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Supplier Notes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unreleased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Top supplier dispute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Board Actions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legal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 board pre-read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Publication Style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Maybe use 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No final footer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INTERNAL Analyst Transcript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scratch prompt transcript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do not publish transcript excerpts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Arial"/>
              </a:rPr>
              <a:t>PRIVATE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facility closure rumor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personal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 assurance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91B1B"/>
                </a:solidFill>
                <a:latin typeface="Arial"/>
              </a:rPr>
              <a:t>INTERNAL DRAFT - do not publish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