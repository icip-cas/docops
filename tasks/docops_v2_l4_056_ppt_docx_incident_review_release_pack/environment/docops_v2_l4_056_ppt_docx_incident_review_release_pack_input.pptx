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3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60" r:id="rId3"/>
  </p:sldMasterIdLst>
  <p:notesMasterIdLst>
    <p:notesMasterId r:id="rId12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3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notesMaster" Target="notesMasters/notesMaster1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9" Type="http://schemas.openxmlformats.org/officeDocument/2006/relationships/tags" Target="../tags/tag5.xml"/><Relationship Id="rId8" Type="http://schemas.openxmlformats.org/officeDocument/2006/relationships/image" Target="../media/image3.svg"/><Relationship Id="rId7" Type="http://schemas.openxmlformats.org/officeDocument/2006/relationships/image" Target="../media/image2.png"/><Relationship Id="rId6" Type="http://schemas.openxmlformats.org/officeDocument/2006/relationships/tags" Target="../tags/tag4.xml"/><Relationship Id="rId5" Type="http://schemas.openxmlformats.org/officeDocument/2006/relationships/tags" Target="../tags/tag3.xml"/><Relationship Id="rId4" Type="http://schemas.openxmlformats.org/officeDocument/2006/relationships/tags" Target="../tags/tag2.xml"/><Relationship Id="rId3" Type="http://schemas.openxmlformats.org/officeDocument/2006/relationships/image" Target="../media/image1.png"/><Relationship Id="rId2" Type="http://schemas.openxmlformats.org/officeDocument/2006/relationships/tags" Target="../tags/tag1.xml"/><Relationship Id="rId18" Type="http://schemas.openxmlformats.org/officeDocument/2006/relationships/tags" Target="../tags/tag14.xml"/><Relationship Id="rId17" Type="http://schemas.openxmlformats.org/officeDocument/2006/relationships/tags" Target="../tags/tag13.xml"/><Relationship Id="rId16" Type="http://schemas.openxmlformats.org/officeDocument/2006/relationships/tags" Target="../tags/tag12.xml"/><Relationship Id="rId15" Type="http://schemas.openxmlformats.org/officeDocument/2006/relationships/tags" Target="../tags/tag11.xml"/><Relationship Id="rId14" Type="http://schemas.openxmlformats.org/officeDocument/2006/relationships/tags" Target="../tags/tag10.xml"/><Relationship Id="rId13" Type="http://schemas.openxmlformats.org/officeDocument/2006/relationships/tags" Target="../tags/tag9.xml"/><Relationship Id="rId12" Type="http://schemas.openxmlformats.org/officeDocument/2006/relationships/tags" Target="../tags/tag8.xml"/><Relationship Id="rId11" Type="http://schemas.openxmlformats.org/officeDocument/2006/relationships/tags" Target="../tags/tag7.xml"/><Relationship Id="rId10" Type="http://schemas.openxmlformats.org/officeDocument/2006/relationships/tags" Target="../tags/tag6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9" Type="http://schemas.openxmlformats.org/officeDocument/2006/relationships/tags" Target="../tags/tag20.xml"/><Relationship Id="rId8" Type="http://schemas.openxmlformats.org/officeDocument/2006/relationships/tags" Target="../tags/tag19.xml"/><Relationship Id="rId7" Type="http://schemas.openxmlformats.org/officeDocument/2006/relationships/image" Target="../media/image5.png"/><Relationship Id="rId6" Type="http://schemas.openxmlformats.org/officeDocument/2006/relationships/tags" Target="../tags/tag18.xml"/><Relationship Id="rId5" Type="http://schemas.openxmlformats.org/officeDocument/2006/relationships/tags" Target="../tags/tag17.xml"/><Relationship Id="rId4" Type="http://schemas.openxmlformats.org/officeDocument/2006/relationships/tags" Target="../tags/tag16.xml"/><Relationship Id="rId3" Type="http://schemas.openxmlformats.org/officeDocument/2006/relationships/image" Target="../media/image4.png"/><Relationship Id="rId2" Type="http://schemas.openxmlformats.org/officeDocument/2006/relationships/tags" Target="../tags/tag15.xml"/><Relationship Id="rId10" Type="http://schemas.openxmlformats.org/officeDocument/2006/relationships/tags" Target="../tags/tag21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9" Type="http://schemas.openxmlformats.org/officeDocument/2006/relationships/tags" Target="../tags/tag27.xml"/><Relationship Id="rId8" Type="http://schemas.openxmlformats.org/officeDocument/2006/relationships/tags" Target="../tags/tag26.xml"/><Relationship Id="rId7" Type="http://schemas.openxmlformats.org/officeDocument/2006/relationships/tags" Target="../tags/tag25.xml"/><Relationship Id="rId6" Type="http://schemas.openxmlformats.org/officeDocument/2006/relationships/tags" Target="../tags/tag24.xml"/><Relationship Id="rId5" Type="http://schemas.openxmlformats.org/officeDocument/2006/relationships/image" Target="../media/image7.png"/><Relationship Id="rId4" Type="http://schemas.openxmlformats.org/officeDocument/2006/relationships/tags" Target="../tags/tag23.xml"/><Relationship Id="rId3" Type="http://schemas.openxmlformats.org/officeDocument/2006/relationships/image" Target="../media/image6.png"/><Relationship Id="rId2" Type="http://schemas.openxmlformats.org/officeDocument/2006/relationships/tags" Target="../tags/tag22.xml"/><Relationship Id="rId13" Type="http://schemas.openxmlformats.org/officeDocument/2006/relationships/tags" Target="../tags/tag31.xml"/><Relationship Id="rId12" Type="http://schemas.openxmlformats.org/officeDocument/2006/relationships/tags" Target="../tags/tag30.xml"/><Relationship Id="rId11" Type="http://schemas.openxmlformats.org/officeDocument/2006/relationships/tags" Target="../tags/tag29.xml"/><Relationship Id="rId10" Type="http://schemas.openxmlformats.org/officeDocument/2006/relationships/tags" Target="../tags/tag28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9" Type="http://schemas.openxmlformats.org/officeDocument/2006/relationships/tags" Target="../tags/tag36.xml"/><Relationship Id="rId8" Type="http://schemas.openxmlformats.org/officeDocument/2006/relationships/image" Target="../media/image3.svg"/><Relationship Id="rId7" Type="http://schemas.openxmlformats.org/officeDocument/2006/relationships/image" Target="../media/image2.png"/><Relationship Id="rId6" Type="http://schemas.openxmlformats.org/officeDocument/2006/relationships/tags" Target="../tags/tag35.xml"/><Relationship Id="rId5" Type="http://schemas.openxmlformats.org/officeDocument/2006/relationships/tags" Target="../tags/tag34.xml"/><Relationship Id="rId4" Type="http://schemas.openxmlformats.org/officeDocument/2006/relationships/image" Target="../media/image8.png"/><Relationship Id="rId3" Type="http://schemas.openxmlformats.org/officeDocument/2006/relationships/tags" Target="../tags/tag33.xml"/><Relationship Id="rId2" Type="http://schemas.openxmlformats.org/officeDocument/2006/relationships/tags" Target="../tags/tag32.xml"/><Relationship Id="rId12" Type="http://schemas.openxmlformats.org/officeDocument/2006/relationships/tags" Target="../tags/tag39.xml"/><Relationship Id="rId11" Type="http://schemas.openxmlformats.org/officeDocument/2006/relationships/tags" Target="../tags/tag38.xml"/><Relationship Id="rId10" Type="http://schemas.openxmlformats.org/officeDocument/2006/relationships/tags" Target="../tags/tag37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9" Type="http://schemas.openxmlformats.org/officeDocument/2006/relationships/tags" Target="../tags/tag45.xml"/><Relationship Id="rId8" Type="http://schemas.openxmlformats.org/officeDocument/2006/relationships/image" Target="../media/image5.png"/><Relationship Id="rId7" Type="http://schemas.openxmlformats.org/officeDocument/2006/relationships/tags" Target="../tags/tag44.xml"/><Relationship Id="rId6" Type="http://schemas.openxmlformats.org/officeDocument/2006/relationships/tags" Target="../tags/tag43.xml"/><Relationship Id="rId5" Type="http://schemas.openxmlformats.org/officeDocument/2006/relationships/tags" Target="../tags/tag42.xml"/><Relationship Id="rId4" Type="http://schemas.openxmlformats.org/officeDocument/2006/relationships/tags" Target="../tags/tag41.xml"/><Relationship Id="rId3" Type="http://schemas.openxmlformats.org/officeDocument/2006/relationships/image" Target="../media/image4.png"/><Relationship Id="rId2" Type="http://schemas.openxmlformats.org/officeDocument/2006/relationships/tags" Target="../tags/tag40.xml"/><Relationship Id="rId11" Type="http://schemas.openxmlformats.org/officeDocument/2006/relationships/tags" Target="../tags/tag47.xml"/><Relationship Id="rId10" Type="http://schemas.openxmlformats.org/officeDocument/2006/relationships/tags" Target="../tags/tag46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9" Type="http://schemas.openxmlformats.org/officeDocument/2006/relationships/tags" Target="../tags/tag54.xml"/><Relationship Id="rId8" Type="http://schemas.openxmlformats.org/officeDocument/2006/relationships/tags" Target="../tags/tag53.xml"/><Relationship Id="rId7" Type="http://schemas.openxmlformats.org/officeDocument/2006/relationships/tags" Target="../tags/tag52.xml"/><Relationship Id="rId6" Type="http://schemas.openxmlformats.org/officeDocument/2006/relationships/tags" Target="../tags/tag51.xml"/><Relationship Id="rId5" Type="http://schemas.openxmlformats.org/officeDocument/2006/relationships/tags" Target="../tags/tag50.xml"/><Relationship Id="rId4" Type="http://schemas.openxmlformats.org/officeDocument/2006/relationships/tags" Target="../tags/tag49.xml"/><Relationship Id="rId3" Type="http://schemas.openxmlformats.org/officeDocument/2006/relationships/image" Target="../media/image4.png"/><Relationship Id="rId2" Type="http://schemas.openxmlformats.org/officeDocument/2006/relationships/tags" Target="../tags/tag48.xml"/><Relationship Id="rId13" Type="http://schemas.openxmlformats.org/officeDocument/2006/relationships/tags" Target="../tags/tag57.xml"/><Relationship Id="rId12" Type="http://schemas.openxmlformats.org/officeDocument/2006/relationships/tags" Target="../tags/tag56.xml"/><Relationship Id="rId11" Type="http://schemas.openxmlformats.org/officeDocument/2006/relationships/tags" Target="../tags/tag55.xml"/><Relationship Id="rId10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9" Type="http://schemas.openxmlformats.org/officeDocument/2006/relationships/tags" Target="../tags/tag63.xml"/><Relationship Id="rId8" Type="http://schemas.openxmlformats.org/officeDocument/2006/relationships/tags" Target="../tags/tag62.xml"/><Relationship Id="rId7" Type="http://schemas.openxmlformats.org/officeDocument/2006/relationships/tags" Target="../tags/tag61.xml"/><Relationship Id="rId6" Type="http://schemas.openxmlformats.org/officeDocument/2006/relationships/image" Target="../media/image5.png"/><Relationship Id="rId5" Type="http://schemas.openxmlformats.org/officeDocument/2006/relationships/tags" Target="../tags/tag60.xml"/><Relationship Id="rId4" Type="http://schemas.openxmlformats.org/officeDocument/2006/relationships/tags" Target="../tags/tag59.xml"/><Relationship Id="rId3" Type="http://schemas.openxmlformats.org/officeDocument/2006/relationships/image" Target="../media/image4.png"/><Relationship Id="rId2" Type="http://schemas.openxmlformats.org/officeDocument/2006/relationships/tags" Target="../tags/tag58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8" Type="http://schemas.openxmlformats.org/officeDocument/2006/relationships/tags" Target="../tags/tag68.xml"/><Relationship Id="rId7" Type="http://schemas.openxmlformats.org/officeDocument/2006/relationships/tags" Target="../tags/tag67.xml"/><Relationship Id="rId6" Type="http://schemas.openxmlformats.org/officeDocument/2006/relationships/tags" Target="../tags/tag66.xml"/><Relationship Id="rId5" Type="http://schemas.openxmlformats.org/officeDocument/2006/relationships/image" Target="../media/image4.png"/><Relationship Id="rId4" Type="http://schemas.openxmlformats.org/officeDocument/2006/relationships/tags" Target="../tags/tag65.xml"/><Relationship Id="rId3" Type="http://schemas.openxmlformats.org/officeDocument/2006/relationships/image" Target="../media/image5.png"/><Relationship Id="rId2" Type="http://schemas.openxmlformats.org/officeDocument/2006/relationships/tags" Target="../tags/tag64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9" Type="http://schemas.openxmlformats.org/officeDocument/2006/relationships/tags" Target="../tags/tag74.xml"/><Relationship Id="rId8" Type="http://schemas.openxmlformats.org/officeDocument/2006/relationships/tags" Target="../tags/tag73.xml"/><Relationship Id="rId7" Type="http://schemas.openxmlformats.org/officeDocument/2006/relationships/tags" Target="../tags/tag72.xml"/><Relationship Id="rId6" Type="http://schemas.openxmlformats.org/officeDocument/2006/relationships/image" Target="../media/image5.png"/><Relationship Id="rId5" Type="http://schemas.openxmlformats.org/officeDocument/2006/relationships/tags" Target="../tags/tag71.xml"/><Relationship Id="rId4" Type="http://schemas.openxmlformats.org/officeDocument/2006/relationships/tags" Target="../tags/tag70.xml"/><Relationship Id="rId3" Type="http://schemas.openxmlformats.org/officeDocument/2006/relationships/image" Target="../media/image4.png"/><Relationship Id="rId2" Type="http://schemas.openxmlformats.org/officeDocument/2006/relationships/tags" Target="../tags/tag69.xml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9" Type="http://schemas.openxmlformats.org/officeDocument/2006/relationships/tags" Target="../tags/tag80.xml"/><Relationship Id="rId8" Type="http://schemas.openxmlformats.org/officeDocument/2006/relationships/tags" Target="../tags/tag79.xml"/><Relationship Id="rId7" Type="http://schemas.openxmlformats.org/officeDocument/2006/relationships/image" Target="../media/image5.png"/><Relationship Id="rId6" Type="http://schemas.openxmlformats.org/officeDocument/2006/relationships/tags" Target="../tags/tag78.xml"/><Relationship Id="rId5" Type="http://schemas.openxmlformats.org/officeDocument/2006/relationships/tags" Target="../tags/tag77.xml"/><Relationship Id="rId4" Type="http://schemas.openxmlformats.org/officeDocument/2006/relationships/tags" Target="../tags/tag76.xml"/><Relationship Id="rId3" Type="http://schemas.openxmlformats.org/officeDocument/2006/relationships/image" Target="../media/image4.png"/><Relationship Id="rId2" Type="http://schemas.openxmlformats.org/officeDocument/2006/relationships/tags" Target="../tags/tag75.xml"/><Relationship Id="rId10" Type="http://schemas.openxmlformats.org/officeDocument/2006/relationships/tags" Target="../tags/tag81.xml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9" Type="http://schemas.openxmlformats.org/officeDocument/2006/relationships/tags" Target="../tags/tag86.xml"/><Relationship Id="rId8" Type="http://schemas.openxmlformats.org/officeDocument/2006/relationships/image" Target="../media/image3.svg"/><Relationship Id="rId7" Type="http://schemas.openxmlformats.org/officeDocument/2006/relationships/image" Target="../media/image2.png"/><Relationship Id="rId6" Type="http://schemas.openxmlformats.org/officeDocument/2006/relationships/tags" Target="../tags/tag85.xml"/><Relationship Id="rId5" Type="http://schemas.openxmlformats.org/officeDocument/2006/relationships/tags" Target="../tags/tag84.xml"/><Relationship Id="rId4" Type="http://schemas.openxmlformats.org/officeDocument/2006/relationships/tags" Target="../tags/tag83.xml"/><Relationship Id="rId3" Type="http://schemas.openxmlformats.org/officeDocument/2006/relationships/image" Target="../media/image1.png"/><Relationship Id="rId2" Type="http://schemas.openxmlformats.org/officeDocument/2006/relationships/tags" Target="../tags/tag82.xml"/><Relationship Id="rId17" Type="http://schemas.openxmlformats.org/officeDocument/2006/relationships/tags" Target="../tags/tag94.xml"/><Relationship Id="rId16" Type="http://schemas.openxmlformats.org/officeDocument/2006/relationships/tags" Target="../tags/tag93.xml"/><Relationship Id="rId15" Type="http://schemas.openxmlformats.org/officeDocument/2006/relationships/tags" Target="../tags/tag92.xml"/><Relationship Id="rId14" Type="http://schemas.openxmlformats.org/officeDocument/2006/relationships/tags" Target="../tags/tag91.xml"/><Relationship Id="rId13" Type="http://schemas.openxmlformats.org/officeDocument/2006/relationships/tags" Target="../tags/tag90.xml"/><Relationship Id="rId12" Type="http://schemas.openxmlformats.org/officeDocument/2006/relationships/tags" Target="../tags/tag89.xml"/><Relationship Id="rId11" Type="http://schemas.openxmlformats.org/officeDocument/2006/relationships/tags" Target="../tags/tag88.xml"/><Relationship Id="rId10" Type="http://schemas.openxmlformats.org/officeDocument/2006/relationships/tags" Target="../tags/tag87.xml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图片 34"/>
          <p:cNvPicPr>
            <a:picLocks noChangeAspect="1"/>
          </p:cNvPicPr>
          <p:nvPr>
            <p:custDataLst>
              <p:tags r:id="rId2"/>
            </p:custDataLst>
          </p:nvPr>
        </p:nvPicPr>
        <p:blipFill rotWithShape="1">
          <a:blip r:embed="rId3"/>
          <a:srcRect/>
          <a:stretch>
            <a:fillRect/>
          </a:stretch>
        </p:blipFill>
        <p:spPr>
          <a:xfrm flipH="1">
            <a:off x="4657725" y="715007"/>
            <a:ext cx="4486275" cy="3680746"/>
          </a:xfrm>
          <a:prstGeom prst="rect">
            <a:avLst/>
          </a:prstGeom>
        </p:spPr>
      </p:pic>
      <p:sp>
        <p:nvSpPr>
          <p:cNvPr id="36" name="任意多边形: 形状 35"/>
          <p:cNvSpPr/>
          <p:nvPr>
            <p:custDataLst>
              <p:tags r:id="rId4"/>
            </p:custDataLst>
          </p:nvPr>
        </p:nvSpPr>
        <p:spPr>
          <a:xfrm>
            <a:off x="2675573" y="4290179"/>
            <a:ext cx="6468428" cy="852964"/>
          </a:xfrm>
          <a:custGeom>
            <a:avLst/>
            <a:gdLst>
              <a:gd name="connsiteX0" fmla="*/ 0 w 7639049"/>
              <a:gd name="connsiteY0" fmla="*/ 0 h 1219200"/>
              <a:gd name="connsiteX1" fmla="*/ 7639049 w 7639049"/>
              <a:gd name="connsiteY1" fmla="*/ 0 h 1219200"/>
              <a:gd name="connsiteX2" fmla="*/ 7639049 w 7639049"/>
              <a:gd name="connsiteY2" fmla="*/ 1219200 h 1219200"/>
              <a:gd name="connsiteX3" fmla="*/ 0 w 7639049"/>
              <a:gd name="connsiteY3" fmla="*/ 1219200 h 1219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639049" h="1219200">
                <a:moveTo>
                  <a:pt x="0" y="0"/>
                </a:moveTo>
                <a:lnTo>
                  <a:pt x="7639049" y="0"/>
                </a:lnTo>
                <a:lnTo>
                  <a:pt x="7639049" y="1219200"/>
                </a:lnTo>
                <a:lnTo>
                  <a:pt x="0" y="1219200"/>
                </a:lnTo>
                <a:close/>
              </a:path>
            </a:pathLst>
          </a:custGeom>
          <a:gradFill>
            <a:gsLst>
              <a:gs pos="0">
                <a:schemeClr val="bg2">
                  <a:lumMod val="10000"/>
                  <a:lumOff val="90000"/>
                </a:schemeClr>
              </a:gs>
              <a:gs pos="100000">
                <a:schemeClr val="bg2">
                  <a:lumMod val="10000"/>
                  <a:lumOff val="9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 defTabSz="914400"/>
            <a:endParaRPr lang="zh-CN" altLang="en-US" sz="1350" dirty="0">
              <a:solidFill>
                <a:schemeClr val="lt1"/>
              </a:solidFill>
              <a:cs typeface="MiSans Normal" panose="00000500000000000000" charset="-122"/>
            </a:endParaRPr>
          </a:p>
        </p:txBody>
      </p:sp>
      <p:sp>
        <p:nvSpPr>
          <p:cNvPr id="37" name="矩形 36"/>
          <p:cNvSpPr/>
          <p:nvPr>
            <p:custDataLst>
              <p:tags r:id="rId5"/>
            </p:custDataLst>
          </p:nvPr>
        </p:nvSpPr>
        <p:spPr>
          <a:xfrm>
            <a:off x="834081" y="4289822"/>
            <a:ext cx="1841002" cy="85367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 defTabSz="914400"/>
            <a:endParaRPr lang="zh-CN" altLang="en-US" sz="1350" dirty="0">
              <a:solidFill>
                <a:schemeClr val="lt1"/>
              </a:solidFill>
              <a:cs typeface="MiSans Normal" panose="00000500000000000000" charset="-122"/>
            </a:endParaRPr>
          </a:p>
        </p:txBody>
      </p:sp>
      <p:pic>
        <p:nvPicPr>
          <p:cNvPr id="44" name="图形 43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13147" y="222647"/>
            <a:ext cx="234553" cy="234553"/>
          </a:xfrm>
          <a:prstGeom prst="rect">
            <a:avLst/>
          </a:prstGeom>
        </p:spPr>
      </p:pic>
      <p:sp>
        <p:nvSpPr>
          <p:cNvPr id="59" name="椭圆 58"/>
          <p:cNvSpPr/>
          <p:nvPr>
            <p:custDataLst>
              <p:tags r:id="rId9"/>
            </p:custDataLst>
          </p:nvPr>
        </p:nvSpPr>
        <p:spPr>
          <a:xfrm>
            <a:off x="413385" y="4368641"/>
            <a:ext cx="86678" cy="86678"/>
          </a:xfrm>
          <a:prstGeom prst="ellipse">
            <a:avLst/>
          </a:prstGeom>
          <a:solidFill>
            <a:schemeClr val="lt1"/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/>
          <a:p>
            <a:pPr algn="ctr" defTabSz="914400"/>
            <a:endParaRPr lang="zh-CN" altLang="en-US" sz="1350">
              <a:solidFill>
                <a:srgbClr val="02703B"/>
              </a:solidFill>
              <a:cs typeface="MiSans Normal" panose="00000500000000000000" charset="-122"/>
            </a:endParaRPr>
          </a:p>
        </p:txBody>
      </p:sp>
      <p:sp>
        <p:nvSpPr>
          <p:cNvPr id="60" name="椭圆 59"/>
          <p:cNvSpPr/>
          <p:nvPr>
            <p:custDataLst>
              <p:tags r:id="rId10"/>
            </p:custDataLst>
          </p:nvPr>
        </p:nvSpPr>
        <p:spPr>
          <a:xfrm>
            <a:off x="413385" y="4514850"/>
            <a:ext cx="86678" cy="86678"/>
          </a:xfrm>
          <a:prstGeom prst="ellipse">
            <a:avLst/>
          </a:prstGeom>
          <a:solidFill>
            <a:schemeClr val="lt1"/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/>
          <a:p>
            <a:pPr algn="ctr" defTabSz="914400"/>
            <a:endParaRPr lang="zh-CN" altLang="en-US" sz="1350" dirty="0">
              <a:solidFill>
                <a:schemeClr val="lt1"/>
              </a:solidFill>
              <a:cs typeface="MiSans Normal" panose="00000500000000000000" charset="-122"/>
            </a:endParaRPr>
          </a:p>
        </p:txBody>
      </p:sp>
      <p:sp>
        <p:nvSpPr>
          <p:cNvPr id="61" name="椭圆 60"/>
          <p:cNvSpPr/>
          <p:nvPr>
            <p:custDataLst>
              <p:tags r:id="rId11"/>
            </p:custDataLst>
          </p:nvPr>
        </p:nvSpPr>
        <p:spPr>
          <a:xfrm>
            <a:off x="413385" y="4660583"/>
            <a:ext cx="86678" cy="8667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/>
          <a:p>
            <a:pPr algn="ctr" defTabSz="914400"/>
            <a:endParaRPr lang="zh-CN" altLang="en-US" sz="1350">
              <a:solidFill>
                <a:schemeClr val="lt1"/>
              </a:solidFill>
              <a:cs typeface="MiSans Normal" panose="00000500000000000000" charset="-122"/>
            </a:endParaRPr>
          </a:p>
        </p:txBody>
      </p:sp>
      <p:sp>
        <p:nvSpPr>
          <p:cNvPr id="62" name="椭圆 61"/>
          <p:cNvSpPr/>
          <p:nvPr>
            <p:custDataLst>
              <p:tags r:id="rId12"/>
            </p:custDataLst>
          </p:nvPr>
        </p:nvSpPr>
        <p:spPr>
          <a:xfrm>
            <a:off x="413385" y="4806791"/>
            <a:ext cx="86678" cy="8667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/>
          <a:p>
            <a:pPr algn="ctr" defTabSz="914400"/>
            <a:endParaRPr lang="zh-CN" altLang="en-US" sz="1350">
              <a:solidFill>
                <a:schemeClr val="lt1"/>
              </a:solidFill>
              <a:cs typeface="MiSans Normal" panose="00000500000000000000" charset="-122"/>
            </a:endParaRPr>
          </a:p>
        </p:txBody>
      </p:sp>
      <p:sp>
        <p:nvSpPr>
          <p:cNvPr id="8" name="副标题"/>
          <p:cNvSpPr txBox="1">
            <a:spLocks noGrp="1"/>
          </p:cNvSpPr>
          <p:nvPr>
            <p:ph type="body" idx="2" hasCustomPrompt="1"/>
            <p:custDataLst>
              <p:tags r:id="rId13"/>
            </p:custDataLst>
          </p:nvPr>
        </p:nvSpPr>
        <p:spPr>
          <a:xfrm>
            <a:off x="829628" y="2357438"/>
            <a:ext cx="4208145" cy="676751"/>
          </a:xfrm>
          <a:prstGeom prst="rect">
            <a:avLst/>
          </a:prstGeom>
          <a:noFill/>
        </p:spPr>
        <p:txBody>
          <a:bodyPr vert="horz" wrap="square" lIns="107950" tIns="0" rIns="91440" bIns="0" rtlCol="0" anchor="t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10000"/>
              </a:lnSpc>
              <a:buClrTx/>
              <a:buSzTx/>
              <a:buFontTx/>
              <a:buNone/>
              <a:defRPr kumimoji="0" lang="zh-CN" altLang="en-US" sz="1500" b="0" i="0" u="none" strike="noStrike" kern="1200" cap="none" spc="0" normalizeH="0" baseline="0" noProof="1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MiSans Normal" panose="00000500000000000000" charset="-122"/>
                <a:sym typeface="+mn-ea"/>
              </a:defRPr>
            </a:lvl1pPr>
          </a:lstStyle>
          <a:p>
            <a:pPr lvl="0" algn="l">
              <a:lnSpc>
                <a:spcPct val="110000"/>
              </a:lnSpc>
              <a:buClrTx/>
              <a:buSzTx/>
              <a:buFontTx/>
            </a:pPr>
            <a:r>
              <a:rPr>
                <a:sym typeface="+mn-ea"/>
              </a:rPr>
              <a:t>单击此处编辑母版副标题样式</a:t>
            </a:r>
            <a:endParaRPr>
              <a:sym typeface="+mn-ea"/>
            </a:endParaRPr>
          </a:p>
        </p:txBody>
      </p:sp>
      <p:sp>
        <p:nvSpPr>
          <p:cNvPr id="7" name="标题"/>
          <p:cNvSpPr txBox="1">
            <a:spLocks noGrp="1"/>
          </p:cNvSpPr>
          <p:nvPr>
            <p:ph type="title" idx="1" hasCustomPrompt="1"/>
            <p:custDataLst>
              <p:tags r:id="rId14"/>
            </p:custDataLst>
          </p:nvPr>
        </p:nvSpPr>
        <p:spPr>
          <a:xfrm>
            <a:off x="829628" y="746761"/>
            <a:ext cx="4208621" cy="1610678"/>
          </a:xfrm>
          <a:prstGeom prst="rect">
            <a:avLst/>
          </a:prstGeom>
          <a:noFill/>
        </p:spPr>
        <p:txBody>
          <a:bodyPr vert="horz" wrap="square" lIns="91440" tIns="0" rIns="91440" bIns="0" rtlCol="0" anchor="b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90000"/>
              </a:lnSpc>
              <a:buClrTx/>
              <a:buSzTx/>
              <a:buFontTx/>
              <a:buNone/>
              <a:defRPr kumimoji="0" lang="zh-CN" altLang="en-US" sz="4950" b="0" i="0" u="none" strike="noStrike" kern="1200" cap="none" spc="0" normalizeH="0" baseline="0" noProof="1" dirty="0">
                <a:solidFill>
                  <a:schemeClr val="accent1"/>
                </a:solidFill>
                <a:latin typeface="+mj-ea"/>
                <a:ea typeface="+mj-ea"/>
                <a:cs typeface="MiSans Normal" panose="00000500000000000000" charset="-122"/>
                <a:sym typeface="+mn-ea"/>
              </a:defRPr>
            </a:lvl1pPr>
          </a:lstStyle>
          <a:p>
            <a:pPr lvl="0" algn="l">
              <a:lnSpc>
                <a:spcPct val="90000"/>
              </a:lnSpc>
              <a:buClrTx/>
              <a:buSzTx/>
              <a:buFontTx/>
            </a:pPr>
            <a:r>
              <a:rPr>
                <a:sym typeface="+mn-ea"/>
              </a:rPr>
              <a:t>单击编辑标题</a:t>
            </a:r>
            <a:endParaRPr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5"/>
            </p:custDataLst>
          </p:nvPr>
        </p:nvSpPr>
        <p:spPr>
          <a:xfrm>
            <a:off x="628650" y="4767263"/>
            <a:ext cx="2057400" cy="273844"/>
          </a:xfrm>
        </p:spPr>
        <p:txBody>
          <a:bodyPr/>
          <a:lstStyle/>
          <a:p>
            <a:fld id="{AC1B7B3F-A56B-4310-A966-BD55D80449F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6"/>
            </p:custDataLst>
          </p:nvPr>
        </p:nvSpPr>
        <p:spPr>
          <a:xfrm>
            <a:off x="3028950" y="4767263"/>
            <a:ext cx="3086100" cy="273844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7"/>
            </p:custDataLst>
          </p:nvPr>
        </p:nvSpPr>
        <p:spPr>
          <a:xfrm>
            <a:off x="6457950" y="4767263"/>
            <a:ext cx="2057400" cy="273844"/>
          </a:xfrm>
        </p:spPr>
        <p:txBody>
          <a:bodyPr/>
          <a:lstStyle/>
          <a:p>
            <a:fld id="{73127340-2293-49D2-96F1-6E7BF0C8FD9C}" type="slidenum">
              <a:rPr lang="zh-CN" altLang="en-US" smtClean="0"/>
            </a:fld>
            <a:endParaRPr lang="zh-CN" altLang="en-US"/>
          </a:p>
        </p:txBody>
      </p:sp>
      <p:sp>
        <p:nvSpPr>
          <p:cNvPr id="16" name="署名占位符 10"/>
          <p:cNvSpPr>
            <a:spLocks noGrp="1"/>
          </p:cNvSpPr>
          <p:nvPr>
            <p:ph type="body" sz="quarter" idx="17" hasCustomPrompt="1"/>
            <p:custDataLst>
              <p:tags r:id="rId18"/>
            </p:custDataLst>
          </p:nvPr>
        </p:nvSpPr>
        <p:spPr>
          <a:xfrm>
            <a:off x="1097358" y="4578667"/>
            <a:ext cx="1314450" cy="271463"/>
          </a:xfrm>
        </p:spPr>
        <p:txBody>
          <a:bodyPr wrap="square" anchor="t">
            <a:noAutofit/>
          </a:bodyPr>
          <a:lstStyle>
            <a:lvl1pPr marL="0" indent="0" algn="ctr">
              <a:lnSpc>
                <a:spcPct val="100000"/>
              </a:lnSpc>
              <a:buNone/>
              <a:defRPr sz="1200">
                <a:solidFill>
                  <a:srgbClr val="FFFFFF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zh-CN" altLang="en-US" dirty="0"/>
              <a:t>署名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/>
          <p:cNvPicPr>
            <a:picLocks noChangeAspect="1"/>
          </p:cNvPicPr>
          <p:nvPr>
            <p:custDataLst>
              <p:tags r:id="rId2"/>
            </p:custDataLst>
          </p:nvPr>
        </p:nvPicPr>
        <p:blipFill rotWithShape="1">
          <a:blip r:embed="rId3"/>
          <a:srcRect/>
          <a:stretch>
            <a:fillRect/>
          </a:stretch>
        </p:blipFill>
        <p:spPr>
          <a:xfrm rot="10522852" flipH="1">
            <a:off x="-55245" y="-64770"/>
            <a:ext cx="1754981" cy="667226"/>
          </a:xfrm>
          <a:custGeom>
            <a:avLst/>
            <a:gdLst>
              <a:gd name="connsiteX0" fmla="*/ 3427141 w 3427141"/>
              <a:gd name="connsiteY0" fmla="*/ 1034748 h 1303135"/>
              <a:gd name="connsiteX1" fmla="*/ 105286 w 3427141"/>
              <a:gd name="connsiteY1" fmla="*/ 1303135 h 1303135"/>
              <a:gd name="connsiteX2" fmla="*/ 0 w 3427141"/>
              <a:gd name="connsiteY2" fmla="*/ 0 h 1303135"/>
              <a:gd name="connsiteX3" fmla="*/ 3427141 w 3427141"/>
              <a:gd name="connsiteY3" fmla="*/ 0 h 13031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27141" h="1303135">
                <a:moveTo>
                  <a:pt x="3427141" y="1034748"/>
                </a:moveTo>
                <a:lnTo>
                  <a:pt x="105286" y="1303135"/>
                </a:lnTo>
                <a:lnTo>
                  <a:pt x="0" y="0"/>
                </a:lnTo>
                <a:lnTo>
                  <a:pt x="3427141" y="0"/>
                </a:lnTo>
                <a:close/>
              </a:path>
            </a:pathLst>
          </a:custGeom>
        </p:spPr>
      </p:pic>
      <p:sp>
        <p:nvSpPr>
          <p:cNvPr id="9" name="标题"/>
          <p:cNvSpPr txBox="1">
            <a:spLocks noGrp="1"/>
          </p:cNvSpPr>
          <p:nvPr>
            <p:ph type="title" idx="3"/>
            <p:custDataLst>
              <p:tags r:id="rId4"/>
            </p:custDataLst>
          </p:nvPr>
        </p:nvSpPr>
        <p:spPr>
          <a:xfrm>
            <a:off x="726758" y="245269"/>
            <a:ext cx="7956233" cy="476250"/>
          </a:xfrm>
          <a:prstGeom prst="rect">
            <a:avLst/>
          </a:prstGeom>
          <a:noFill/>
        </p:spPr>
        <p:txBody>
          <a:bodyPr vert="horz" wrap="square" tIns="0" bIns="0" rtlCol="0" anchor="b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10000"/>
              </a:lnSpc>
              <a:buClrTx/>
              <a:buSzTx/>
              <a:buFontTx/>
              <a:buNone/>
              <a:defRPr kumimoji="0" lang="zh-CN" altLang="en-US" sz="2400" b="0" i="0" u="none" strike="noStrike" kern="1200" cap="none" spc="0" normalizeH="0" baseline="0" noProof="1" dirty="0">
                <a:solidFill>
                  <a:schemeClr val="accent1"/>
                </a:solidFill>
                <a:latin typeface="+mj-ea"/>
                <a:ea typeface="+mj-ea"/>
                <a:cs typeface="MiSans Normal" panose="00000500000000000000" charset="-122"/>
                <a:sym typeface="+mn-ea"/>
              </a:defRPr>
            </a:lvl1pPr>
          </a:lstStyle>
          <a:p>
            <a:pPr lvl="0" algn="l">
              <a:lnSpc>
                <a:spcPct val="110000"/>
              </a:lnSpc>
              <a:buClrTx/>
              <a:buSzTx/>
              <a:buFontTx/>
            </a:pPr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8" name="正文"/>
          <p:cNvSpPr txBox="1">
            <a:spLocks noGrp="1"/>
          </p:cNvSpPr>
          <p:nvPr>
            <p:ph idx="2"/>
            <p:custDataLst>
              <p:tags r:id="rId5"/>
            </p:custDataLst>
          </p:nvPr>
        </p:nvSpPr>
        <p:spPr>
          <a:xfrm>
            <a:off x="456248" y="795814"/>
            <a:ext cx="8226743" cy="3891439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¢"/>
              <a:defRPr kumimoji="0" lang="zh-CN" altLang="en-US" sz="1350" b="0" i="0" u="none" strike="noStrike" kern="1200" cap="none" spc="150" normalizeH="0" baseline="0" noProof="1" dirty="0">
                <a:ln>
                  <a:noFill/>
                  <a:prstDash val="sysDot"/>
                </a:ln>
                <a:solidFill>
                  <a:schemeClr val="tx1"/>
                </a:solidFill>
                <a:uFillTx/>
                <a:latin typeface="+mn-ea"/>
                <a:ea typeface="+mn-ea"/>
                <a:cs typeface="MiSans Normal" panose="00000500000000000000" charset="-122"/>
                <a:sym typeface="+mn-ea"/>
              </a:defRPr>
            </a:lvl1pPr>
            <a:lvl2pPr marL="514350" marR="0" lvl="1" indent="-17145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tabLst>
                <a:tab pos="1609725" algn="l"/>
              </a:tabLst>
              <a:defRPr kumimoji="0" sz="12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</a:defRPr>
            </a:lvl2pPr>
            <a:lvl3pPr marL="857250" marR="0" lvl="2" indent="-17145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defRPr kumimoji="0" sz="12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</a:defRPr>
            </a:lvl3pPr>
            <a:lvl4pPr marL="1200150" marR="0" lvl="3" indent="-17145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sz="105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</a:defRPr>
            </a:lvl4pPr>
            <a:lvl5pPr marL="1543050" marR="0" lvl="4" indent="-17145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90204" pitchFamily="34" charset="0"/>
              <a:buChar char="•"/>
              <a:defRPr kumimoji="0" sz="105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</a:defRPr>
            </a:lvl5pPr>
            <a:lvl6pPr indent="0">
              <a:lnSpc>
                <a:spcPct val="90000"/>
              </a:lnSpc>
              <a:spcBef>
                <a:spcPts val="375"/>
              </a:spcBef>
              <a:buFont typeface="Arial" panose="020B0604020202090204" pitchFamily="34" charset="0"/>
              <a:buNone/>
            </a:lvl6pPr>
            <a:lvl7pPr marL="2228850" indent="-171450">
              <a:lnSpc>
                <a:spcPct val="90000"/>
              </a:lnSpc>
              <a:spcBef>
                <a:spcPts val="375"/>
              </a:spcBef>
              <a:buFont typeface="Arial" panose="020B0604020202090204" pitchFamily="34" charset="0"/>
              <a:buChar char="•"/>
            </a:lvl7pPr>
            <a:lvl8pPr marL="2571750" indent="-171450">
              <a:lnSpc>
                <a:spcPct val="90000"/>
              </a:lnSpc>
              <a:spcBef>
                <a:spcPts val="375"/>
              </a:spcBef>
              <a:buFont typeface="Arial" panose="020B0604020202090204" pitchFamily="34" charset="0"/>
              <a:buChar char="•"/>
            </a:lvl8pPr>
            <a:lvl9pPr marL="2914650" indent="-171450">
              <a:lnSpc>
                <a:spcPct val="90000"/>
              </a:lnSpc>
              <a:spcBef>
                <a:spcPts val="375"/>
              </a:spcBef>
              <a:buFont typeface="Arial" panose="020B0604020202090204" pitchFamily="34" charset="0"/>
              <a:buChar char="•"/>
            </a:lvl9pPr>
          </a:lstStyle>
          <a:p>
            <a:pPr lvl="0"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Font typeface="Wingdings" panose="05000000000000000000" pitchFamily="2" charset="2"/>
              <a:buChar char="¢"/>
            </a:pPr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Font typeface="Wingdings" panose="05000000000000000000" pitchFamily="2" charset="2"/>
              <a:buChar char="¢"/>
            </a:pPr>
            <a:r>
              <a:rPr dirty="0" err="1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Font typeface="Wingdings" panose="05000000000000000000" pitchFamily="2" charset="2"/>
              <a:buChar char="¢"/>
            </a:pPr>
            <a:r>
              <a:rPr dirty="0" err="1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Font typeface="Wingdings" panose="05000000000000000000" pitchFamily="2" charset="2"/>
              <a:buChar char="¢"/>
            </a:pPr>
            <a:r>
              <a:rPr dirty="0" err="1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Font typeface="Wingdings" panose="05000000000000000000" pitchFamily="2" charset="2"/>
              <a:buChar char="¢"/>
            </a:pPr>
            <a:r>
              <a:rPr dirty="0" err="1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pic>
        <p:nvPicPr>
          <p:cNvPr id="7" name="图片 6"/>
          <p:cNvPicPr>
            <a:picLocks noChangeAspect="1"/>
          </p:cNvPicPr>
          <p:nvPr>
            <p:custDataLst>
              <p:tags r:id="rId6"/>
            </p:custDataLst>
          </p:nvPr>
        </p:nvPicPr>
        <p:blipFill rotWithShape="1">
          <a:blip r:embed="rId7"/>
          <a:srcRect/>
          <a:stretch>
            <a:fillRect/>
          </a:stretch>
        </p:blipFill>
        <p:spPr>
          <a:xfrm flipH="1" flipV="1">
            <a:off x="8025289" y="0"/>
            <a:ext cx="1118711" cy="917734"/>
          </a:xfrm>
          <a:prstGeom prst="rect">
            <a:avLst/>
          </a:prstGeom>
        </p:spPr>
      </p:pic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8"/>
            </p:custDataLst>
          </p:nvPr>
        </p:nvSpPr>
        <p:spPr>
          <a:xfrm>
            <a:off x="628650" y="4767263"/>
            <a:ext cx="2057400" cy="273844"/>
          </a:xfrm>
        </p:spPr>
        <p:txBody>
          <a:bodyPr/>
          <a:lstStyle/>
          <a:p>
            <a:fld id="{AC1B7B3F-A56B-4310-A966-BD55D80449F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9"/>
            </p:custDataLst>
          </p:nvPr>
        </p:nvSpPr>
        <p:spPr>
          <a:xfrm>
            <a:off x="3028950" y="4767263"/>
            <a:ext cx="3086100" cy="273844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0"/>
            </p:custDataLst>
          </p:nvPr>
        </p:nvSpPr>
        <p:spPr>
          <a:xfrm>
            <a:off x="6457950" y="4767263"/>
            <a:ext cx="2057400" cy="273844"/>
          </a:xfrm>
        </p:spPr>
        <p:txBody>
          <a:bodyPr/>
          <a:lstStyle/>
          <a:p>
            <a:fld id="{73127340-2293-49D2-96F1-6E7BF0C8FD9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VCG41N1215645107"/>
          <p:cNvPicPr>
            <a:picLocks noChangeAspect="1"/>
          </p:cNvPicPr>
          <p:nvPr>
            <p:custDataLst>
              <p:tags r:id="rId2"/>
            </p:custDataLst>
          </p:nvPr>
        </p:nvPicPr>
        <p:blipFill rotWithShape="1">
          <a:blip r:embed="rId3"/>
          <a:srcRect/>
          <a:stretch>
            <a:fillRect/>
          </a:stretch>
        </p:blipFill>
        <p:spPr>
          <a:xfrm>
            <a:off x="0" y="2078831"/>
            <a:ext cx="3735229" cy="3064669"/>
          </a:xfrm>
          <a:prstGeom prst="rect">
            <a:avLst/>
          </a:prstGeom>
        </p:spPr>
      </p:pic>
      <p:pic>
        <p:nvPicPr>
          <p:cNvPr id="72" name="图片 71"/>
          <p:cNvPicPr>
            <a:picLocks noChangeAspect="1"/>
          </p:cNvPicPr>
          <p:nvPr>
            <p:custDataLst>
              <p:tags r:id="rId4"/>
            </p:custDataLst>
          </p:nvPr>
        </p:nvPicPr>
        <p:blipFill rotWithShape="1">
          <a:blip r:embed="rId5"/>
          <a:srcRect/>
          <a:stretch>
            <a:fillRect/>
          </a:stretch>
        </p:blipFill>
        <p:spPr>
          <a:xfrm rot="11077148">
            <a:off x="6617173" y="-98725"/>
            <a:ext cx="2570356" cy="977351"/>
          </a:xfrm>
          <a:custGeom>
            <a:avLst/>
            <a:gdLst>
              <a:gd name="connsiteX0" fmla="*/ 3427141 w 3427141"/>
              <a:gd name="connsiteY0" fmla="*/ 1034748 h 1303135"/>
              <a:gd name="connsiteX1" fmla="*/ 105286 w 3427141"/>
              <a:gd name="connsiteY1" fmla="*/ 1303135 h 1303135"/>
              <a:gd name="connsiteX2" fmla="*/ 0 w 3427141"/>
              <a:gd name="connsiteY2" fmla="*/ 0 h 1303135"/>
              <a:gd name="connsiteX3" fmla="*/ 3427141 w 3427141"/>
              <a:gd name="connsiteY3" fmla="*/ 0 h 13031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27141" h="1303135">
                <a:moveTo>
                  <a:pt x="3427141" y="1034748"/>
                </a:moveTo>
                <a:lnTo>
                  <a:pt x="105286" y="1303135"/>
                </a:lnTo>
                <a:lnTo>
                  <a:pt x="0" y="0"/>
                </a:lnTo>
                <a:lnTo>
                  <a:pt x="3427141" y="0"/>
                </a:lnTo>
                <a:close/>
              </a:path>
            </a:pathLst>
          </a:custGeom>
        </p:spPr>
      </p:pic>
      <p:sp>
        <p:nvSpPr>
          <p:cNvPr id="6" name="标题"/>
          <p:cNvSpPr txBox="1">
            <a:spLocks noGrp="1"/>
          </p:cNvSpPr>
          <p:nvPr>
            <p:ph type="title" idx="5" hasCustomPrompt="1"/>
            <p:custDataLst>
              <p:tags r:id="rId6"/>
            </p:custDataLst>
          </p:nvPr>
        </p:nvSpPr>
        <p:spPr>
          <a:xfrm>
            <a:off x="370523" y="245745"/>
            <a:ext cx="1667351" cy="734854"/>
          </a:xfrm>
          <a:prstGeom prst="rect">
            <a:avLst/>
          </a:prstGeom>
          <a:noFill/>
        </p:spPr>
        <p:txBody>
          <a:bodyPr vert="horz" wrap="square" lIns="71755" tIns="0" rIns="91440" bIns="0" rtlCol="0" anchor="b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20000"/>
              </a:lnSpc>
              <a:buClrTx/>
              <a:buSzTx/>
              <a:buFontTx/>
              <a:buNone/>
              <a:defRPr kumimoji="0" lang="zh-CN" altLang="en-US" sz="4500" b="0" i="0" u="none" strike="noStrike" kern="1200" cap="none" spc="0" normalizeH="0" baseline="0" noProof="1" dirty="0">
                <a:solidFill>
                  <a:schemeClr val="accent1"/>
                </a:solidFill>
                <a:latin typeface="+mj-ea"/>
                <a:ea typeface="+mj-ea"/>
                <a:cs typeface="MiSans Normal" panose="00000500000000000000" charset="-122"/>
                <a:sym typeface="+mn-ea"/>
              </a:defRPr>
            </a:lvl1pPr>
          </a:lstStyle>
          <a:p>
            <a:pPr lvl="0" algn="l">
              <a:lnSpc>
                <a:spcPct val="120000"/>
              </a:lnSpc>
              <a:buClrTx/>
              <a:buSzTx/>
              <a:buFontTx/>
            </a:pPr>
            <a:r>
              <a:rPr>
                <a:sym typeface="+mn-ea"/>
              </a:rPr>
              <a:t>标题</a:t>
            </a:r>
            <a:endParaRPr>
              <a:sym typeface="+mn-ea"/>
            </a:endParaRPr>
          </a:p>
        </p:txBody>
      </p:sp>
      <p:sp>
        <p:nvSpPr>
          <p:cNvPr id="59" name="椭圆 58"/>
          <p:cNvSpPr/>
          <p:nvPr>
            <p:custDataLst>
              <p:tags r:id="rId7"/>
            </p:custDataLst>
          </p:nvPr>
        </p:nvSpPr>
        <p:spPr>
          <a:xfrm>
            <a:off x="8577263" y="4087178"/>
            <a:ext cx="86678" cy="86678"/>
          </a:xfrm>
          <a:prstGeom prst="ellipse">
            <a:avLst/>
          </a:prstGeom>
          <a:solidFill>
            <a:schemeClr val="lt1"/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/>
          <a:p>
            <a:pPr algn="ctr" defTabSz="914400"/>
            <a:endParaRPr lang="zh-CN" altLang="en-US" sz="1350">
              <a:solidFill>
                <a:srgbClr val="02703B"/>
              </a:solidFill>
              <a:cs typeface="MiSans Normal" panose="00000500000000000000" charset="-122"/>
            </a:endParaRPr>
          </a:p>
        </p:txBody>
      </p:sp>
      <p:sp>
        <p:nvSpPr>
          <p:cNvPr id="60" name="椭圆 59"/>
          <p:cNvSpPr/>
          <p:nvPr>
            <p:custDataLst>
              <p:tags r:id="rId8"/>
            </p:custDataLst>
          </p:nvPr>
        </p:nvSpPr>
        <p:spPr>
          <a:xfrm>
            <a:off x="8577263" y="4233386"/>
            <a:ext cx="86678" cy="86678"/>
          </a:xfrm>
          <a:prstGeom prst="ellipse">
            <a:avLst/>
          </a:prstGeom>
          <a:solidFill>
            <a:schemeClr val="lt1"/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/>
          <a:p>
            <a:pPr algn="ctr" defTabSz="914400"/>
            <a:endParaRPr lang="zh-CN" altLang="en-US" sz="1350" dirty="0">
              <a:solidFill>
                <a:schemeClr val="lt1"/>
              </a:solidFill>
              <a:cs typeface="MiSans Normal" panose="00000500000000000000" charset="-122"/>
            </a:endParaRPr>
          </a:p>
        </p:txBody>
      </p:sp>
      <p:sp>
        <p:nvSpPr>
          <p:cNvPr id="61" name="椭圆 60"/>
          <p:cNvSpPr/>
          <p:nvPr>
            <p:custDataLst>
              <p:tags r:id="rId9"/>
            </p:custDataLst>
          </p:nvPr>
        </p:nvSpPr>
        <p:spPr>
          <a:xfrm>
            <a:off x="8577263" y="4379119"/>
            <a:ext cx="86678" cy="8667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/>
          <a:p>
            <a:pPr algn="ctr" defTabSz="914400"/>
            <a:endParaRPr lang="zh-CN" altLang="en-US" sz="1350">
              <a:solidFill>
                <a:schemeClr val="lt1"/>
              </a:solidFill>
              <a:cs typeface="MiSans Normal" panose="00000500000000000000" charset="-122"/>
            </a:endParaRPr>
          </a:p>
        </p:txBody>
      </p:sp>
      <p:sp>
        <p:nvSpPr>
          <p:cNvPr id="62" name="椭圆 61"/>
          <p:cNvSpPr/>
          <p:nvPr>
            <p:custDataLst>
              <p:tags r:id="rId10"/>
            </p:custDataLst>
          </p:nvPr>
        </p:nvSpPr>
        <p:spPr>
          <a:xfrm>
            <a:off x="8577263" y="4525328"/>
            <a:ext cx="86678" cy="8667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/>
          <a:p>
            <a:pPr algn="ctr" defTabSz="914400"/>
            <a:endParaRPr lang="zh-CN" altLang="en-US" sz="1350">
              <a:solidFill>
                <a:schemeClr val="lt1"/>
              </a:solidFill>
              <a:cs typeface="MiSans Normal" panose="00000500000000000000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1"/>
            </p:custDataLst>
          </p:nvPr>
        </p:nvSpPr>
        <p:spPr>
          <a:xfrm>
            <a:off x="628650" y="4767263"/>
            <a:ext cx="2057400" cy="273844"/>
          </a:xfrm>
        </p:spPr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2"/>
            </p:custDataLst>
          </p:nvPr>
        </p:nvSpPr>
        <p:spPr>
          <a:xfrm>
            <a:off x="3028950" y="4767263"/>
            <a:ext cx="3086100" cy="273844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3"/>
            </p:custDataLst>
          </p:nvPr>
        </p:nvSpPr>
        <p:spPr>
          <a:xfrm>
            <a:off x="6457950" y="4767263"/>
            <a:ext cx="2057400" cy="273844"/>
          </a:xfrm>
        </p:spPr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: 圆角 28"/>
          <p:cNvSpPr/>
          <p:nvPr>
            <p:custDataLst>
              <p:tags r:id="rId2"/>
            </p:custDataLst>
          </p:nvPr>
        </p:nvSpPr>
        <p:spPr>
          <a:xfrm>
            <a:off x="630555" y="2711291"/>
            <a:ext cx="7765733" cy="1498759"/>
          </a:xfrm>
          <a:prstGeom prst="roundRect">
            <a:avLst>
              <a:gd name="adj" fmla="val 6790"/>
            </a:avLst>
          </a:prstGeom>
          <a:gradFill>
            <a:gsLst>
              <a:gs pos="0">
                <a:schemeClr val="bg2">
                  <a:lumMod val="10000"/>
                  <a:lumOff val="90000"/>
                </a:schemeClr>
              </a:gs>
              <a:gs pos="100000">
                <a:schemeClr val="bg2">
                  <a:lumMod val="10000"/>
                  <a:lumOff val="9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rmAutofit/>
          </a:bodyPr>
          <a:lstStyle/>
          <a:p>
            <a:pPr lvl="0" algn="ctr" defTabSz="914400">
              <a:buClrTx/>
              <a:buSzTx/>
              <a:buFontTx/>
            </a:pPr>
            <a:endParaRPr lang="zh-CN" altLang="en-US" sz="1350" dirty="0">
              <a:cs typeface="MiSans Normal" panose="00000500000000000000" charset="-122"/>
              <a:sym typeface="+mn-ea"/>
            </a:endParaRPr>
          </a:p>
        </p:txBody>
      </p:sp>
      <p:pic>
        <p:nvPicPr>
          <p:cNvPr id="11" name="图片 10"/>
          <p:cNvPicPr>
            <a:picLocks noChangeAspect="1"/>
          </p:cNvPicPr>
          <p:nvPr>
            <p:custDataLst>
              <p:tags r:id="rId3"/>
            </p:custDataLst>
          </p:nvPr>
        </p:nvPicPr>
        <p:blipFill rotWithShape="1">
          <a:blip r:embed="rId4"/>
          <a:srcRect/>
          <a:stretch>
            <a:fillRect/>
          </a:stretch>
        </p:blipFill>
        <p:spPr>
          <a:xfrm flipH="1">
            <a:off x="4332515" y="1195937"/>
            <a:ext cx="4811486" cy="3947564"/>
          </a:xfrm>
          <a:prstGeom prst="rect">
            <a:avLst/>
          </a:prstGeom>
        </p:spPr>
      </p:pic>
      <p:sp>
        <p:nvSpPr>
          <p:cNvPr id="10" name="标题"/>
          <p:cNvSpPr txBox="1">
            <a:spLocks noGrp="1"/>
          </p:cNvSpPr>
          <p:nvPr>
            <p:ph type="title" idx="4" hasCustomPrompt="1"/>
            <p:custDataLst>
              <p:tags r:id="rId5"/>
            </p:custDataLst>
          </p:nvPr>
        </p:nvSpPr>
        <p:spPr>
          <a:xfrm>
            <a:off x="747713" y="2798921"/>
            <a:ext cx="4072890" cy="1323975"/>
          </a:xfrm>
          <a:prstGeom prst="rect">
            <a:avLst/>
          </a:prstGeom>
          <a:noFill/>
        </p:spPr>
        <p:txBody>
          <a:bodyPr vert="horz" wrap="square" lIns="91440" tIns="0" rIns="91440" bIns="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10000"/>
              </a:lnSpc>
              <a:buClrTx/>
              <a:buSzTx/>
              <a:buFontTx/>
              <a:buNone/>
              <a:defRPr kumimoji="0" lang="zh-CN" altLang="en-US" sz="4500" b="0" i="0" u="none" strike="noStrike" kern="1200" cap="none" spc="0" normalizeH="0" baseline="0" noProof="1" dirty="0">
                <a:solidFill>
                  <a:schemeClr val="accent1">
                    <a:lumMod val="75000"/>
                  </a:schemeClr>
                </a:solidFill>
                <a:latin typeface="+mj-ea"/>
                <a:ea typeface="+mj-ea"/>
                <a:cs typeface="MiSans Normal" panose="00000500000000000000" charset="-122"/>
                <a:sym typeface="+mn-ea"/>
              </a:defRPr>
            </a:lvl1pPr>
          </a:lstStyle>
          <a:p>
            <a:pPr lvl="0" algn="l">
              <a:lnSpc>
                <a:spcPct val="110000"/>
              </a:lnSpc>
              <a:buClrTx/>
              <a:buSzTx/>
              <a:buFontTx/>
            </a:pPr>
            <a:r>
              <a:rPr>
                <a:sym typeface="+mn-ea"/>
              </a:rPr>
              <a:t>单击编辑标题</a:t>
            </a:r>
            <a:endParaRPr>
              <a:sym typeface="+mn-ea"/>
            </a:endParaRPr>
          </a:p>
        </p:txBody>
      </p:sp>
      <p:pic>
        <p:nvPicPr>
          <p:cNvPr id="9" name="图形 43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13147" y="222647"/>
            <a:ext cx="234553" cy="234553"/>
          </a:xfrm>
          <a:prstGeom prst="rect">
            <a:avLst/>
          </a:prstGeom>
        </p:spPr>
      </p:pic>
      <p:sp>
        <p:nvSpPr>
          <p:cNvPr id="7" name="节编号"/>
          <p:cNvSpPr txBox="1">
            <a:spLocks noGrp="1"/>
          </p:cNvSpPr>
          <p:nvPr>
            <p:ph type="body" idx="1" hasCustomPrompt="1"/>
            <p:custDataLst>
              <p:tags r:id="rId9"/>
            </p:custDataLst>
          </p:nvPr>
        </p:nvSpPr>
        <p:spPr>
          <a:xfrm>
            <a:off x="647700" y="1618850"/>
            <a:ext cx="5336967" cy="1167723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altLang="zh-CN" sz="4950" b="0" i="0" u="none" strike="noStrike" kern="1200" cap="none" spc="500" normalizeH="0" baseline="0" noProof="1" dirty="0">
                <a:solidFill>
                  <a:schemeClr val="accent1"/>
                </a:solidFill>
                <a:latin typeface="+mj-ea"/>
                <a:ea typeface="+mj-ea"/>
                <a:cs typeface="+mn-cs"/>
                <a:sym typeface="站酷文艺体" panose="02000603000000000000" charset="-122"/>
              </a:defRPr>
            </a:lvl1pPr>
          </a:lstStyle>
          <a:p>
            <a:pPr lvl="0" algn="l"/>
            <a:r>
              <a:rPr>
                <a:sym typeface="+mn-ea"/>
              </a:rPr>
              <a:t>编辑节编号</a:t>
            </a:r>
            <a:endParaRPr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>
          <a:xfrm>
            <a:off x="628650" y="4767263"/>
            <a:ext cx="2057400" cy="273844"/>
          </a:xfrm>
        </p:spPr>
        <p:txBody>
          <a:bodyPr/>
          <a:lstStyle/>
          <a:p>
            <a:fld id="{AC1B7B3F-A56B-4310-A966-BD55D80449F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>
          <a:xfrm>
            <a:off x="3028950" y="4767263"/>
            <a:ext cx="3086100" cy="273844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>
          <a:xfrm>
            <a:off x="6457950" y="4767263"/>
            <a:ext cx="2057400" cy="273844"/>
          </a:xfrm>
        </p:spPr>
        <p:txBody>
          <a:bodyPr/>
          <a:lstStyle/>
          <a:p>
            <a:fld id="{73127340-2293-49D2-96F1-6E7BF0C8FD9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 showMasterSp="0">
  <p:cSld name="标题和两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/>
          <p:cNvPicPr>
            <a:picLocks noChangeAspect="1"/>
          </p:cNvPicPr>
          <p:nvPr>
            <p:custDataLst>
              <p:tags r:id="rId2"/>
            </p:custDataLst>
          </p:nvPr>
        </p:nvPicPr>
        <p:blipFill rotWithShape="1">
          <a:blip r:embed="rId3"/>
          <a:srcRect/>
          <a:stretch>
            <a:fillRect/>
          </a:stretch>
        </p:blipFill>
        <p:spPr>
          <a:xfrm rot="10522852" flipH="1">
            <a:off x="-55245" y="-64770"/>
            <a:ext cx="1754981" cy="667226"/>
          </a:xfrm>
          <a:custGeom>
            <a:avLst/>
            <a:gdLst>
              <a:gd name="connsiteX0" fmla="*/ 3427141 w 3427141"/>
              <a:gd name="connsiteY0" fmla="*/ 1034748 h 1303135"/>
              <a:gd name="connsiteX1" fmla="*/ 105286 w 3427141"/>
              <a:gd name="connsiteY1" fmla="*/ 1303135 h 1303135"/>
              <a:gd name="connsiteX2" fmla="*/ 0 w 3427141"/>
              <a:gd name="connsiteY2" fmla="*/ 0 h 1303135"/>
              <a:gd name="connsiteX3" fmla="*/ 3427141 w 3427141"/>
              <a:gd name="connsiteY3" fmla="*/ 0 h 13031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27141" h="1303135">
                <a:moveTo>
                  <a:pt x="3427141" y="1034748"/>
                </a:moveTo>
                <a:lnTo>
                  <a:pt x="105286" y="1303135"/>
                </a:lnTo>
                <a:lnTo>
                  <a:pt x="0" y="0"/>
                </a:lnTo>
                <a:lnTo>
                  <a:pt x="3427141" y="0"/>
                </a:lnTo>
                <a:close/>
              </a:path>
            </a:pathLst>
          </a:custGeom>
        </p:spPr>
      </p:pic>
      <p:sp>
        <p:nvSpPr>
          <p:cNvPr id="11" name="正文"/>
          <p:cNvSpPr txBox="1">
            <a:spLocks noGrp="1"/>
          </p:cNvSpPr>
          <p:nvPr>
            <p:ph idx="4"/>
            <p:custDataLst>
              <p:tags r:id="rId4"/>
            </p:custDataLst>
          </p:nvPr>
        </p:nvSpPr>
        <p:spPr>
          <a:xfrm>
            <a:off x="4800600" y="917734"/>
            <a:ext cx="3882390" cy="3769519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>
              <a:defRPr kumimoji="0" sz="1350" b="0" i="0" u="none" strike="noStrike" cap="none" spc="150" normalizeH="0" baseline="0" dirty="0">
                <a:ln>
                  <a:noFill/>
                  <a:prstDash val="sysDot"/>
                </a:ln>
                <a:solidFill>
                  <a:schemeClr val="tx1"/>
                </a:solidFill>
                <a:uFillTx/>
                <a:latin typeface="+mn-ea"/>
                <a:cs typeface="MiSans Normal" panose="00000500000000000000" charset="-122"/>
                <a:sym typeface="+mn-ea"/>
              </a:defRPr>
            </a:lvl1pPr>
            <a:lvl2pPr>
              <a:defRPr kumimoji="0" sz="1200" b="0" i="0" u="none" strike="noStrike" cap="none" spc="150" normalizeH="0" baseline="0" dirty="0"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sym typeface="+mn-ea"/>
              </a:defRPr>
            </a:lvl2pPr>
            <a:lvl3pPr>
              <a:defRPr kumimoji="0" sz="1200" b="0" i="0" u="none" strike="noStrike" cap="none" spc="150" normalizeH="0" baseline="0" dirty="0"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sym typeface="+mn-ea"/>
              </a:defRPr>
            </a:lvl3pPr>
            <a:lvl4pPr>
              <a:defRPr kumimoji="0" sz="1050" b="0" i="0" u="none" strike="noStrike" cap="none" spc="150" normalizeH="0" baseline="0" dirty="0"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sym typeface="+mn-ea"/>
              </a:defRPr>
            </a:lvl4pPr>
            <a:lvl5pPr>
              <a:defRPr kumimoji="0" sz="1050" b="0" i="0" u="none" strike="noStrike" cap="none" spc="150" normalizeH="0" baseline="0" dirty="0"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sym typeface="+mn-ea"/>
              </a:defRPr>
            </a:lvl5pPr>
          </a:lstStyle>
          <a:p>
            <a:pPr marR="0" lvl="0" fontAlgn="auto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Char char="●"/>
            </a:pPr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marR="0" lvl="1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har char="●"/>
              <a:tabLst>
                <a:tab pos="1609725" algn="l"/>
              </a:tabLst>
            </a:pPr>
            <a:r>
              <a:rPr dirty="0" err="1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marR="0" lvl="2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har char="●"/>
            </a:pPr>
            <a:r>
              <a:rPr dirty="0" err="1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marR="0" lvl="3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</a:pPr>
            <a:r>
              <a:rPr dirty="0" err="1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marR="0" lvl="4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dirty="0" err="1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10" name="正文"/>
          <p:cNvSpPr txBox="1">
            <a:spLocks noGrp="1"/>
          </p:cNvSpPr>
          <p:nvPr>
            <p:ph idx="3"/>
            <p:custDataLst>
              <p:tags r:id="rId5"/>
            </p:custDataLst>
          </p:nvPr>
        </p:nvSpPr>
        <p:spPr>
          <a:xfrm>
            <a:off x="456248" y="917734"/>
            <a:ext cx="3882390" cy="3769519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90204" pitchFamily="34" charset="0"/>
              <a:buChar char="●"/>
              <a:defRPr kumimoji="0" lang="zh-CN" altLang="en-US" sz="1350" b="0" i="0" u="none" strike="noStrike" kern="1200" cap="none" spc="150" normalizeH="0" baseline="0" noProof="1" dirty="0">
                <a:ln>
                  <a:noFill/>
                  <a:prstDash val="sysDot"/>
                </a:ln>
                <a:solidFill>
                  <a:schemeClr val="tx1"/>
                </a:solidFill>
                <a:uFillTx/>
                <a:latin typeface="+mn-ea"/>
                <a:ea typeface="+mn-ea"/>
                <a:cs typeface="MiSans Normal" panose="00000500000000000000" charset="-122"/>
                <a:sym typeface="+mn-ea"/>
              </a:defRPr>
            </a:lvl1pPr>
            <a:lvl2pPr marL="514350" marR="0" lvl="1" indent="-17145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tabLst>
                <a:tab pos="1609725" algn="l"/>
              </a:tabLst>
              <a:defRPr kumimoji="0" sz="1200" b="0" i="0" u="none" strike="noStrike" cap="none" spc="150" normalizeH="0" baseline="0"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2pPr>
            <a:lvl3pPr marL="857250" marR="0" lvl="2" indent="-17145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defRPr kumimoji="0" sz="1200" b="0" i="0" u="none" strike="noStrike" cap="none" spc="150" normalizeH="0" baseline="0"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3pPr>
            <a:lvl4pPr marL="1200150" marR="0" lvl="3" indent="-17145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sz="1050" b="0" i="0" u="none" strike="noStrike" cap="none" spc="150" normalizeH="0" baseline="0"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4pPr>
            <a:lvl5pPr marL="1543050" marR="0" lvl="4" indent="-17145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90204" pitchFamily="34" charset="0"/>
              <a:buChar char="•"/>
              <a:defRPr kumimoji="0" sz="1050" b="0" i="0" u="none" strike="noStrike" cap="none" spc="150" normalizeH="0" baseline="0"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5pPr>
            <a:lvl6pPr indent="0">
              <a:lnSpc>
                <a:spcPct val="90000"/>
              </a:lnSpc>
              <a:spcBef>
                <a:spcPts val="375"/>
              </a:spcBef>
              <a:buFont typeface="Arial" panose="020B0604020202090204" pitchFamily="34" charset="0"/>
              <a:buNone/>
            </a:lvl6pPr>
            <a:lvl7pPr marL="2228850" indent="-171450">
              <a:lnSpc>
                <a:spcPct val="90000"/>
              </a:lnSpc>
              <a:spcBef>
                <a:spcPts val="375"/>
              </a:spcBef>
              <a:buFont typeface="Arial" panose="020B0604020202090204" pitchFamily="34" charset="0"/>
              <a:buChar char="•"/>
            </a:lvl7pPr>
            <a:lvl8pPr marL="2571750" indent="-171450">
              <a:lnSpc>
                <a:spcPct val="90000"/>
              </a:lnSpc>
              <a:spcBef>
                <a:spcPts val="375"/>
              </a:spcBef>
              <a:buFont typeface="Arial" panose="020B0604020202090204" pitchFamily="34" charset="0"/>
              <a:buChar char="•"/>
            </a:lvl8pPr>
            <a:lvl9pPr marL="2914650" indent="-171450">
              <a:lnSpc>
                <a:spcPct val="90000"/>
              </a:lnSpc>
              <a:spcBef>
                <a:spcPts val="375"/>
              </a:spcBef>
              <a:buFont typeface="Arial" panose="020B0604020202090204" pitchFamily="34" charset="0"/>
              <a:buChar char="•"/>
            </a:lvl9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 err="1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 err="1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 err="1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 err="1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9" name="标题"/>
          <p:cNvSpPr txBox="1">
            <a:spLocks noGrp="1"/>
          </p:cNvSpPr>
          <p:nvPr>
            <p:ph type="title" idx="2"/>
            <p:custDataLst>
              <p:tags r:id="rId6"/>
            </p:custDataLst>
          </p:nvPr>
        </p:nvSpPr>
        <p:spPr>
          <a:xfrm>
            <a:off x="726758" y="245269"/>
            <a:ext cx="7956233" cy="476250"/>
          </a:xfrm>
          <a:prstGeom prst="rect">
            <a:avLst/>
          </a:prstGeom>
          <a:noFill/>
        </p:spPr>
        <p:txBody>
          <a:bodyPr vert="horz" wrap="square" tIns="0" bIns="0" rtlCol="0" anchor="b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10000"/>
              </a:lnSpc>
              <a:buClrTx/>
              <a:buSzTx/>
              <a:buFontTx/>
              <a:buNone/>
              <a:defRPr kumimoji="0" lang="zh-CN" altLang="en-US" sz="2400" b="0" i="0" u="none" strike="noStrike" kern="1200" cap="none" spc="0" normalizeH="0" baseline="0" noProof="1" dirty="0">
                <a:solidFill>
                  <a:schemeClr val="accent1"/>
                </a:solidFill>
                <a:latin typeface="+mj-ea"/>
                <a:ea typeface="+mj-ea"/>
                <a:cs typeface="MiSans Normal" panose="00000500000000000000" charset="-122"/>
                <a:sym typeface="+mn-ea"/>
              </a:defRPr>
            </a:lvl1pPr>
          </a:lstStyle>
          <a:p>
            <a:pPr lvl="0" algn="l">
              <a:lnSpc>
                <a:spcPct val="110000"/>
              </a:lnSpc>
              <a:buClrTx/>
              <a:buSzTx/>
              <a:buFontTx/>
            </a:pPr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pic>
        <p:nvPicPr>
          <p:cNvPr id="8" name="图片 7"/>
          <p:cNvPicPr>
            <a:picLocks noChangeAspect="1"/>
          </p:cNvPicPr>
          <p:nvPr>
            <p:custDataLst>
              <p:tags r:id="rId7"/>
            </p:custDataLst>
          </p:nvPr>
        </p:nvPicPr>
        <p:blipFill rotWithShape="1">
          <a:blip r:embed="rId8"/>
          <a:srcRect/>
          <a:stretch>
            <a:fillRect/>
          </a:stretch>
        </p:blipFill>
        <p:spPr>
          <a:xfrm flipH="1" flipV="1">
            <a:off x="8025289" y="0"/>
            <a:ext cx="1118711" cy="917734"/>
          </a:xfrm>
          <a:prstGeom prst="rect">
            <a:avLst/>
          </a:prstGeom>
        </p:spPr>
      </p:pic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9"/>
            </p:custDataLst>
          </p:nvPr>
        </p:nvSpPr>
        <p:spPr>
          <a:xfrm>
            <a:off x="628650" y="4767263"/>
            <a:ext cx="2057400" cy="273844"/>
          </a:xfrm>
        </p:spPr>
        <p:txBody>
          <a:bodyPr/>
          <a:lstStyle/>
          <a:p>
            <a:fld id="{AC1B7B3F-A56B-4310-A966-BD55D80449F1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10"/>
            </p:custDataLst>
          </p:nvPr>
        </p:nvSpPr>
        <p:spPr>
          <a:xfrm>
            <a:off x="3028950" y="4767263"/>
            <a:ext cx="3086100" cy="273844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11"/>
            </p:custDataLst>
          </p:nvPr>
        </p:nvSpPr>
        <p:spPr>
          <a:xfrm>
            <a:off x="6457950" y="4767263"/>
            <a:ext cx="2057400" cy="273844"/>
          </a:xfrm>
        </p:spPr>
        <p:txBody>
          <a:bodyPr/>
          <a:lstStyle/>
          <a:p>
            <a:fld id="{73127340-2293-49D2-96F1-6E7BF0C8FD9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 showMasterSp="0">
  <p:cSld name="标题和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图片 15"/>
          <p:cNvPicPr>
            <a:picLocks noChangeAspect="1"/>
          </p:cNvPicPr>
          <p:nvPr>
            <p:custDataLst>
              <p:tags r:id="rId2"/>
            </p:custDataLst>
          </p:nvPr>
        </p:nvPicPr>
        <p:blipFill rotWithShape="1">
          <a:blip r:embed="rId3"/>
          <a:srcRect/>
          <a:stretch>
            <a:fillRect/>
          </a:stretch>
        </p:blipFill>
        <p:spPr>
          <a:xfrm rot="10522852" flipH="1">
            <a:off x="-55245" y="-64770"/>
            <a:ext cx="1754981" cy="667226"/>
          </a:xfrm>
          <a:custGeom>
            <a:avLst/>
            <a:gdLst>
              <a:gd name="connsiteX0" fmla="*/ 3427141 w 3427141"/>
              <a:gd name="connsiteY0" fmla="*/ 1034748 h 1303135"/>
              <a:gd name="connsiteX1" fmla="*/ 105286 w 3427141"/>
              <a:gd name="connsiteY1" fmla="*/ 1303135 h 1303135"/>
              <a:gd name="connsiteX2" fmla="*/ 0 w 3427141"/>
              <a:gd name="connsiteY2" fmla="*/ 0 h 1303135"/>
              <a:gd name="connsiteX3" fmla="*/ 3427141 w 3427141"/>
              <a:gd name="connsiteY3" fmla="*/ 0 h 13031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27141" h="1303135">
                <a:moveTo>
                  <a:pt x="3427141" y="1034748"/>
                </a:moveTo>
                <a:lnTo>
                  <a:pt x="105286" y="1303135"/>
                </a:lnTo>
                <a:lnTo>
                  <a:pt x="0" y="0"/>
                </a:lnTo>
                <a:lnTo>
                  <a:pt x="3427141" y="0"/>
                </a:lnTo>
                <a:close/>
              </a:path>
            </a:pathLst>
          </a:custGeom>
        </p:spPr>
      </p:pic>
      <p:sp>
        <p:nvSpPr>
          <p:cNvPr id="15" name="正文"/>
          <p:cNvSpPr txBox="1">
            <a:spLocks noGrp="1"/>
          </p:cNvSpPr>
          <p:nvPr>
            <p:ph idx="6"/>
            <p:custDataLst>
              <p:tags r:id="rId4"/>
            </p:custDataLst>
          </p:nvPr>
        </p:nvSpPr>
        <p:spPr>
          <a:xfrm>
            <a:off x="4676299" y="1199198"/>
            <a:ext cx="4006691" cy="3488055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90204" pitchFamily="34" charset="0"/>
              <a:buChar char="●"/>
              <a:defRPr kumimoji="0" lang="zh-CN" altLang="en-US" sz="1350" b="0" i="0" u="none" strike="noStrike" kern="1200" cap="none" spc="150" normalizeH="0" baseline="0" noProof="1" dirty="0">
                <a:ln>
                  <a:noFill/>
                  <a:prstDash val="sysDot"/>
                </a:ln>
                <a:solidFill>
                  <a:schemeClr val="tx1"/>
                </a:solidFill>
                <a:uFillTx/>
                <a:latin typeface="+mn-ea"/>
                <a:ea typeface="+mn-ea"/>
                <a:cs typeface="MiSans Normal" panose="00000500000000000000" charset="-122"/>
                <a:sym typeface="+mn-ea"/>
              </a:defRPr>
            </a:lvl1pPr>
            <a:lvl2pPr marL="514350" marR="0" lvl="1" indent="-17145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tabLst>
                <a:tab pos="1609725" algn="l"/>
              </a:tabLst>
              <a:defRPr kumimoji="0" sz="1200" b="0" i="0" u="none" strike="noStrike" cap="none" spc="150" normalizeH="0" baseline="0"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2pPr>
            <a:lvl3pPr marL="857250" marR="0" lvl="2" indent="-17145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defRPr kumimoji="0" sz="1200" b="0" i="0" u="none" strike="noStrike" cap="none" spc="150" normalizeH="0" baseline="0"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3pPr>
            <a:lvl4pPr marL="1200150" marR="0" lvl="3" indent="-17145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sz="1050" b="0" i="0" u="none" strike="noStrike" cap="none" spc="150" normalizeH="0" baseline="0"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4pPr>
            <a:lvl5pPr marL="1543050" marR="0" lvl="4" indent="-17145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90204" pitchFamily="34" charset="0"/>
              <a:buChar char="•"/>
              <a:defRPr kumimoji="0" sz="1050" b="0" i="0" u="none" strike="noStrike" cap="none" spc="150" normalizeH="0" baseline="0"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5pPr>
            <a:lvl6pPr indent="0">
              <a:lnSpc>
                <a:spcPct val="90000"/>
              </a:lnSpc>
              <a:spcBef>
                <a:spcPts val="375"/>
              </a:spcBef>
              <a:buFont typeface="Arial" panose="020B0604020202090204" pitchFamily="34" charset="0"/>
              <a:buNone/>
            </a:lvl6pPr>
            <a:lvl7pPr marL="2228850" indent="-171450">
              <a:lnSpc>
                <a:spcPct val="90000"/>
              </a:lnSpc>
              <a:spcBef>
                <a:spcPts val="375"/>
              </a:spcBef>
              <a:buFont typeface="Arial" panose="020B0604020202090204" pitchFamily="34" charset="0"/>
              <a:buChar char="•"/>
            </a:lvl7pPr>
            <a:lvl8pPr marL="2571750" indent="-171450">
              <a:lnSpc>
                <a:spcPct val="90000"/>
              </a:lnSpc>
              <a:spcBef>
                <a:spcPts val="375"/>
              </a:spcBef>
              <a:buFont typeface="Arial" panose="020B0604020202090204" pitchFamily="34" charset="0"/>
              <a:buChar char="•"/>
            </a:lvl8pPr>
            <a:lvl9pPr marL="2914650" indent="-171450">
              <a:lnSpc>
                <a:spcPct val="90000"/>
              </a:lnSpc>
              <a:spcBef>
                <a:spcPts val="375"/>
              </a:spcBef>
              <a:buFont typeface="Arial" panose="020B0604020202090204" pitchFamily="34" charset="0"/>
              <a:buChar char="•"/>
            </a:lvl9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 err="1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 err="1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 err="1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 err="1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14" name="标题"/>
          <p:cNvSpPr txBox="1">
            <a:spLocks noGrp="1"/>
          </p:cNvSpPr>
          <p:nvPr>
            <p:ph type="title" idx="5"/>
            <p:custDataLst>
              <p:tags r:id="rId5"/>
            </p:custDataLst>
          </p:nvPr>
        </p:nvSpPr>
        <p:spPr>
          <a:xfrm>
            <a:off x="4676400" y="819964"/>
            <a:ext cx="4006800" cy="300083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1500" b="1" i="0" u="none" strike="noStrike" kern="1200" cap="none" spc="0" normalizeH="0" baseline="0" noProof="1" dirty="0">
                <a:solidFill>
                  <a:schemeClr val="tx1"/>
                </a:solidFill>
                <a:latin typeface="+mj-ea"/>
                <a:ea typeface="+mj-ea"/>
                <a:cs typeface="MiSans Normal" panose="00000500000000000000" charset="-122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13" name="正文"/>
          <p:cNvSpPr txBox="1">
            <a:spLocks noGrp="1"/>
          </p:cNvSpPr>
          <p:nvPr>
            <p:ph idx="4"/>
            <p:custDataLst>
              <p:tags r:id="rId6"/>
            </p:custDataLst>
          </p:nvPr>
        </p:nvSpPr>
        <p:spPr>
          <a:xfrm>
            <a:off x="456248" y="1199198"/>
            <a:ext cx="4006691" cy="3488055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90204" pitchFamily="34" charset="0"/>
              <a:buChar char="●"/>
              <a:defRPr kumimoji="0" lang="zh-CN" altLang="en-US" sz="1350" b="0" i="0" u="none" strike="noStrike" kern="1200" cap="none" spc="150" normalizeH="0" baseline="0" noProof="1" dirty="0">
                <a:ln>
                  <a:noFill/>
                  <a:prstDash val="sysDot"/>
                </a:ln>
                <a:solidFill>
                  <a:schemeClr val="tx1"/>
                </a:solidFill>
                <a:uFillTx/>
                <a:latin typeface="+mn-ea"/>
                <a:ea typeface="+mn-ea"/>
                <a:cs typeface="MiSans Normal" panose="00000500000000000000" charset="-122"/>
                <a:sym typeface="+mn-ea"/>
              </a:defRPr>
            </a:lvl1pPr>
            <a:lvl2pPr marL="514350" marR="0" lvl="1" indent="-17145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tabLst>
                <a:tab pos="1609725" algn="l"/>
              </a:tabLst>
              <a:defRPr kumimoji="0" sz="1200" b="0" i="0" u="none" strike="noStrike" cap="none" spc="150" normalizeH="0" baseline="0"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2pPr>
            <a:lvl3pPr marL="857250" marR="0" lvl="2" indent="-17145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defRPr kumimoji="0" sz="1200" b="0" i="0" u="none" strike="noStrike" cap="none" spc="150" normalizeH="0" baseline="0"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3pPr>
            <a:lvl4pPr marL="1200150" marR="0" lvl="3" indent="-17145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sz="1050" b="0" i="0" u="none" strike="noStrike" cap="none" spc="150" normalizeH="0" baseline="0"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4pPr>
            <a:lvl5pPr marL="1543050" marR="0" lvl="4" indent="-17145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90204" pitchFamily="34" charset="0"/>
              <a:buChar char="•"/>
              <a:defRPr kumimoji="0" sz="1050" b="0" i="0" u="none" strike="noStrike" cap="none" spc="150" normalizeH="0" baseline="0"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5pPr>
            <a:lvl6pPr indent="0">
              <a:lnSpc>
                <a:spcPct val="90000"/>
              </a:lnSpc>
              <a:spcBef>
                <a:spcPts val="375"/>
              </a:spcBef>
              <a:buFont typeface="Arial" panose="020B0604020202090204" pitchFamily="34" charset="0"/>
              <a:buNone/>
            </a:lvl6pPr>
            <a:lvl7pPr marL="2228850" indent="-171450">
              <a:lnSpc>
                <a:spcPct val="90000"/>
              </a:lnSpc>
              <a:spcBef>
                <a:spcPts val="375"/>
              </a:spcBef>
              <a:buFont typeface="Arial" panose="020B0604020202090204" pitchFamily="34" charset="0"/>
              <a:buChar char="•"/>
            </a:lvl7pPr>
            <a:lvl8pPr marL="2571750" indent="-171450">
              <a:lnSpc>
                <a:spcPct val="90000"/>
              </a:lnSpc>
              <a:spcBef>
                <a:spcPts val="375"/>
              </a:spcBef>
              <a:buFont typeface="Arial" panose="020B0604020202090204" pitchFamily="34" charset="0"/>
              <a:buChar char="•"/>
            </a:lvl8pPr>
            <a:lvl9pPr marL="2914650" indent="-171450">
              <a:lnSpc>
                <a:spcPct val="90000"/>
              </a:lnSpc>
              <a:spcBef>
                <a:spcPts val="375"/>
              </a:spcBef>
              <a:buFont typeface="Arial" panose="020B0604020202090204" pitchFamily="34" charset="0"/>
              <a:buChar char="•"/>
            </a:lvl9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 err="1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 err="1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 err="1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 err="1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12" name="标题"/>
          <p:cNvSpPr txBox="1">
            <a:spLocks noGrp="1"/>
          </p:cNvSpPr>
          <p:nvPr>
            <p:ph type="title" idx="3"/>
            <p:custDataLst>
              <p:tags r:id="rId7"/>
            </p:custDataLst>
          </p:nvPr>
        </p:nvSpPr>
        <p:spPr>
          <a:xfrm>
            <a:off x="456300" y="819964"/>
            <a:ext cx="4006800" cy="300083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1500" b="1" i="0" u="none" strike="noStrike" kern="1200" cap="none" spc="0" normalizeH="0" baseline="0" noProof="1" dirty="0">
                <a:solidFill>
                  <a:schemeClr val="tx1"/>
                </a:solidFill>
                <a:latin typeface="+mj-ea"/>
                <a:ea typeface="+mj-ea"/>
                <a:cs typeface="MiSans Normal" panose="00000500000000000000" charset="-122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11" name="标题"/>
          <p:cNvSpPr txBox="1">
            <a:spLocks noGrp="1"/>
          </p:cNvSpPr>
          <p:nvPr>
            <p:ph type="title" idx="2"/>
            <p:custDataLst>
              <p:tags r:id="rId8"/>
            </p:custDataLst>
          </p:nvPr>
        </p:nvSpPr>
        <p:spPr>
          <a:xfrm>
            <a:off x="726758" y="245269"/>
            <a:ext cx="7956233" cy="476250"/>
          </a:xfrm>
          <a:prstGeom prst="rect">
            <a:avLst/>
          </a:prstGeom>
          <a:noFill/>
        </p:spPr>
        <p:txBody>
          <a:bodyPr vert="horz" wrap="square" tIns="0" bIns="0" rtlCol="0" anchor="b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10000"/>
              </a:lnSpc>
              <a:buClrTx/>
              <a:buSzTx/>
              <a:buFontTx/>
              <a:buNone/>
              <a:defRPr kumimoji="0" lang="zh-CN" altLang="en-US" sz="2400" b="0" i="0" u="none" strike="noStrike" kern="1200" cap="none" spc="0" normalizeH="0" baseline="0" noProof="1" dirty="0">
                <a:solidFill>
                  <a:schemeClr val="accent1"/>
                </a:solidFill>
                <a:latin typeface="+mj-ea"/>
                <a:ea typeface="+mj-ea"/>
                <a:cs typeface="MiSans Normal" panose="00000500000000000000" charset="-122"/>
                <a:sym typeface="+mn-ea"/>
              </a:defRPr>
            </a:lvl1pPr>
          </a:lstStyle>
          <a:p>
            <a:pPr lvl="0" algn="l">
              <a:lnSpc>
                <a:spcPct val="110000"/>
              </a:lnSpc>
              <a:buClrTx/>
              <a:buSzTx/>
              <a:buFontTx/>
            </a:pPr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pic>
        <p:nvPicPr>
          <p:cNvPr id="10" name="图片 9"/>
          <p:cNvPicPr>
            <a:picLocks noChangeAspect="1"/>
          </p:cNvPicPr>
          <p:nvPr>
            <p:custDataLst>
              <p:tags r:id="rId9"/>
            </p:custDataLst>
          </p:nvPr>
        </p:nvPicPr>
        <p:blipFill rotWithShape="1">
          <a:blip r:embed="rId10"/>
          <a:srcRect/>
          <a:stretch>
            <a:fillRect/>
          </a:stretch>
        </p:blipFill>
        <p:spPr>
          <a:xfrm flipH="1" flipV="1">
            <a:off x="8025289" y="0"/>
            <a:ext cx="1118711" cy="917734"/>
          </a:xfrm>
          <a:prstGeom prst="rect">
            <a:avLst/>
          </a:prstGeom>
        </p:spPr>
      </p:pic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11"/>
            </p:custDataLst>
          </p:nvPr>
        </p:nvSpPr>
        <p:spPr>
          <a:xfrm>
            <a:off x="628650" y="4767263"/>
            <a:ext cx="2057400" cy="273844"/>
          </a:xfrm>
        </p:spPr>
        <p:txBody>
          <a:bodyPr/>
          <a:lstStyle/>
          <a:p>
            <a:fld id="{AC1B7B3F-A56B-4310-A966-BD55D80449F1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12"/>
            </p:custDataLst>
          </p:nvPr>
        </p:nvSpPr>
        <p:spPr>
          <a:xfrm>
            <a:off x="3028950" y="4767263"/>
            <a:ext cx="3086100" cy="273844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13"/>
            </p:custDataLst>
          </p:nvPr>
        </p:nvSpPr>
        <p:spPr>
          <a:xfrm>
            <a:off x="6457950" y="4767263"/>
            <a:ext cx="2057400" cy="273844"/>
          </a:xfrm>
        </p:spPr>
        <p:txBody>
          <a:bodyPr/>
          <a:lstStyle/>
          <a:p>
            <a:fld id="{73127340-2293-49D2-96F1-6E7BF0C8FD9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 showMasterSp="0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>
            <p:custDataLst>
              <p:tags r:id="rId2"/>
            </p:custDataLst>
          </p:nvPr>
        </p:nvPicPr>
        <p:blipFill rotWithShape="1">
          <a:blip r:embed="rId3"/>
          <a:srcRect/>
          <a:stretch>
            <a:fillRect/>
          </a:stretch>
        </p:blipFill>
        <p:spPr>
          <a:xfrm rot="10522852" flipH="1">
            <a:off x="-55245" y="-64770"/>
            <a:ext cx="1754981" cy="667226"/>
          </a:xfrm>
          <a:custGeom>
            <a:avLst/>
            <a:gdLst>
              <a:gd name="connsiteX0" fmla="*/ 3427141 w 3427141"/>
              <a:gd name="connsiteY0" fmla="*/ 1034748 h 1303135"/>
              <a:gd name="connsiteX1" fmla="*/ 105286 w 3427141"/>
              <a:gd name="connsiteY1" fmla="*/ 1303135 h 1303135"/>
              <a:gd name="connsiteX2" fmla="*/ 0 w 3427141"/>
              <a:gd name="connsiteY2" fmla="*/ 0 h 1303135"/>
              <a:gd name="connsiteX3" fmla="*/ 3427141 w 3427141"/>
              <a:gd name="connsiteY3" fmla="*/ 0 h 13031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27141" h="1303135">
                <a:moveTo>
                  <a:pt x="3427141" y="1034748"/>
                </a:moveTo>
                <a:lnTo>
                  <a:pt x="105286" y="1303135"/>
                </a:lnTo>
                <a:lnTo>
                  <a:pt x="0" y="0"/>
                </a:lnTo>
                <a:lnTo>
                  <a:pt x="3427141" y="0"/>
                </a:lnTo>
                <a:close/>
              </a:path>
            </a:pathLst>
          </a:custGeom>
        </p:spPr>
      </p:pic>
      <p:sp>
        <p:nvSpPr>
          <p:cNvPr id="7" name="标题"/>
          <p:cNvSpPr txBox="1">
            <a:spLocks noGrp="1"/>
          </p:cNvSpPr>
          <p:nvPr>
            <p:ph type="title" idx="2"/>
            <p:custDataLst>
              <p:tags r:id="rId4"/>
            </p:custDataLst>
          </p:nvPr>
        </p:nvSpPr>
        <p:spPr>
          <a:xfrm>
            <a:off x="726758" y="245269"/>
            <a:ext cx="7956233" cy="476250"/>
          </a:xfrm>
          <a:prstGeom prst="rect">
            <a:avLst/>
          </a:prstGeom>
          <a:noFill/>
        </p:spPr>
        <p:txBody>
          <a:bodyPr vert="horz" wrap="square" tIns="0" bIns="0" rtlCol="0" anchor="b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10000"/>
              </a:lnSpc>
              <a:buClrTx/>
              <a:buSzTx/>
              <a:buFontTx/>
              <a:buNone/>
              <a:defRPr kumimoji="0" lang="zh-CN" altLang="en-US" sz="2400" b="0" i="0" u="none" strike="noStrike" kern="1200" cap="none" spc="0" normalizeH="0" baseline="0" noProof="1" dirty="0">
                <a:solidFill>
                  <a:schemeClr val="accent1"/>
                </a:solidFill>
                <a:latin typeface="+mj-ea"/>
                <a:ea typeface="+mj-ea"/>
                <a:cs typeface="MiSans Normal" panose="00000500000000000000" charset="-122"/>
                <a:sym typeface="+mn-ea"/>
              </a:defRPr>
            </a:lvl1pPr>
          </a:lstStyle>
          <a:p>
            <a:pPr lvl="0" algn="l">
              <a:lnSpc>
                <a:spcPct val="110000"/>
              </a:lnSpc>
              <a:buClrTx/>
              <a:buSzTx/>
              <a:buFontTx/>
            </a:pPr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5"/>
            </p:custDataLst>
          </p:nvPr>
        </p:nvPicPr>
        <p:blipFill rotWithShape="1">
          <a:blip r:embed="rId6"/>
          <a:srcRect/>
          <a:stretch>
            <a:fillRect/>
          </a:stretch>
        </p:blipFill>
        <p:spPr>
          <a:xfrm flipH="1" flipV="1">
            <a:off x="8025289" y="0"/>
            <a:ext cx="1118711" cy="917734"/>
          </a:xfrm>
          <a:prstGeom prst="rect">
            <a:avLst/>
          </a:prstGeom>
        </p:spPr>
      </p:pic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>
          <a:xfrm>
            <a:off x="628650" y="4767263"/>
            <a:ext cx="2057400" cy="273844"/>
          </a:xfrm>
        </p:spPr>
        <p:txBody>
          <a:bodyPr/>
          <a:lstStyle/>
          <a:p>
            <a:fld id="{AC1B7B3F-A56B-4310-A966-BD55D80449F1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>
          <a:xfrm>
            <a:off x="3028950" y="4767263"/>
            <a:ext cx="3086100" cy="273844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>
          <a:xfrm>
            <a:off x="6457950" y="4767263"/>
            <a:ext cx="2057400" cy="273844"/>
          </a:xfrm>
        </p:spPr>
        <p:txBody>
          <a:bodyPr/>
          <a:lstStyle/>
          <a:p>
            <a:fld id="{73127340-2293-49D2-96F1-6E7BF0C8FD9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>
            <p:custDataLst>
              <p:tags r:id="rId2"/>
            </p:custDataLst>
          </p:nvPr>
        </p:nvPicPr>
        <p:blipFill rotWithShape="1">
          <a:blip r:embed="rId3"/>
          <a:srcRect/>
          <a:stretch>
            <a:fillRect/>
          </a:stretch>
        </p:blipFill>
        <p:spPr>
          <a:xfrm flipH="1" flipV="1">
            <a:off x="8025289" y="0"/>
            <a:ext cx="1118711" cy="917734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>
            <p:custDataLst>
              <p:tags r:id="rId4"/>
            </p:custDataLst>
          </p:nvPr>
        </p:nvPicPr>
        <p:blipFill rotWithShape="1">
          <a:blip r:embed="rId5"/>
          <a:srcRect/>
          <a:stretch>
            <a:fillRect/>
          </a:stretch>
        </p:blipFill>
        <p:spPr>
          <a:xfrm rot="10522852" flipH="1">
            <a:off x="-55245" y="-64770"/>
            <a:ext cx="1754981" cy="667226"/>
          </a:xfrm>
          <a:custGeom>
            <a:avLst/>
            <a:gdLst>
              <a:gd name="connsiteX0" fmla="*/ 3427141 w 3427141"/>
              <a:gd name="connsiteY0" fmla="*/ 1034748 h 1303135"/>
              <a:gd name="connsiteX1" fmla="*/ 105286 w 3427141"/>
              <a:gd name="connsiteY1" fmla="*/ 1303135 h 1303135"/>
              <a:gd name="connsiteX2" fmla="*/ 0 w 3427141"/>
              <a:gd name="connsiteY2" fmla="*/ 0 h 1303135"/>
              <a:gd name="connsiteX3" fmla="*/ 3427141 w 3427141"/>
              <a:gd name="connsiteY3" fmla="*/ 0 h 13031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27141" h="1303135">
                <a:moveTo>
                  <a:pt x="3427141" y="1034748"/>
                </a:moveTo>
                <a:lnTo>
                  <a:pt x="105286" y="1303135"/>
                </a:lnTo>
                <a:lnTo>
                  <a:pt x="0" y="0"/>
                </a:lnTo>
                <a:lnTo>
                  <a:pt x="3427141" y="0"/>
                </a:lnTo>
                <a:close/>
              </a:path>
            </a:pathLst>
          </a:custGeom>
        </p:spPr>
      </p:pic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AC1B7B3F-A56B-4310-A966-BD55D80449F1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73127340-2293-49D2-96F1-6E7BF0C8FD9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仅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>
            <p:custDataLst>
              <p:tags r:id="rId2"/>
            </p:custDataLst>
          </p:nvPr>
        </p:nvPicPr>
        <p:blipFill rotWithShape="1">
          <a:blip r:embed="rId3"/>
          <a:srcRect/>
          <a:stretch>
            <a:fillRect/>
          </a:stretch>
        </p:blipFill>
        <p:spPr>
          <a:xfrm rot="10522852" flipH="1">
            <a:off x="-55245" y="-64770"/>
            <a:ext cx="1754981" cy="667226"/>
          </a:xfrm>
          <a:custGeom>
            <a:avLst/>
            <a:gdLst>
              <a:gd name="connsiteX0" fmla="*/ 3427141 w 3427141"/>
              <a:gd name="connsiteY0" fmla="*/ 1034748 h 1303135"/>
              <a:gd name="connsiteX1" fmla="*/ 105286 w 3427141"/>
              <a:gd name="connsiteY1" fmla="*/ 1303135 h 1303135"/>
              <a:gd name="connsiteX2" fmla="*/ 0 w 3427141"/>
              <a:gd name="connsiteY2" fmla="*/ 0 h 1303135"/>
              <a:gd name="connsiteX3" fmla="*/ 3427141 w 3427141"/>
              <a:gd name="connsiteY3" fmla="*/ 0 h 13031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27141" h="1303135">
                <a:moveTo>
                  <a:pt x="3427141" y="1034748"/>
                </a:moveTo>
                <a:lnTo>
                  <a:pt x="105286" y="1303135"/>
                </a:lnTo>
                <a:lnTo>
                  <a:pt x="0" y="0"/>
                </a:lnTo>
                <a:lnTo>
                  <a:pt x="3427141" y="0"/>
                </a:lnTo>
                <a:close/>
              </a:path>
            </a:pathLst>
          </a:custGeom>
        </p:spPr>
      </p:pic>
      <p:sp>
        <p:nvSpPr>
          <p:cNvPr id="8" name="正文"/>
          <p:cNvSpPr txBox="1">
            <a:spLocks noGrp="1"/>
          </p:cNvSpPr>
          <p:nvPr>
            <p:ph idx="2"/>
            <p:custDataLst>
              <p:tags r:id="rId4"/>
            </p:custDataLst>
          </p:nvPr>
        </p:nvSpPr>
        <p:spPr>
          <a:xfrm>
            <a:off x="521970" y="270034"/>
            <a:ext cx="8101489" cy="4363403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90204" pitchFamily="34" charset="0"/>
              <a:buChar char="●"/>
              <a:defRPr kumimoji="0" lang="zh-CN" altLang="en-US" sz="1350" b="0" i="0" u="none" strike="noStrike" kern="1200" cap="none" spc="15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  <a:cs typeface="MiSans Normal" panose="00000500000000000000" charset="-122"/>
                <a:sym typeface="+mn-ea"/>
              </a:defRPr>
            </a:lvl1pPr>
            <a:lvl2pPr marL="514350" marR="0" lvl="1" indent="-17145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tabLst>
                <a:tab pos="1609725" algn="l"/>
              </a:tabLst>
              <a:defRPr kumimoji="0" sz="12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</a:defRPr>
            </a:lvl2pPr>
            <a:lvl3pPr marL="857250" marR="0" lvl="2" indent="-17145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defRPr kumimoji="0" sz="12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</a:defRPr>
            </a:lvl3pPr>
            <a:lvl4pPr marL="1200150" marR="0" lvl="3" indent="-17145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sz="105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</a:defRPr>
            </a:lvl4pPr>
            <a:lvl5pPr marL="1543050" marR="0" lvl="4" indent="-17145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90204" pitchFamily="34" charset="0"/>
              <a:buChar char="•"/>
              <a:defRPr kumimoji="0" sz="105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</a:defRPr>
            </a:lvl5pPr>
            <a:lvl6pPr indent="0">
              <a:lnSpc>
                <a:spcPct val="90000"/>
              </a:lnSpc>
              <a:spcBef>
                <a:spcPts val="375"/>
              </a:spcBef>
              <a:buFont typeface="Arial" panose="020B0604020202090204" pitchFamily="34" charset="0"/>
              <a:buNone/>
            </a:lvl6pPr>
            <a:lvl7pPr marL="2228850" indent="-171450">
              <a:lnSpc>
                <a:spcPct val="90000"/>
              </a:lnSpc>
              <a:spcBef>
                <a:spcPts val="375"/>
              </a:spcBef>
              <a:buFont typeface="Arial" panose="020B0604020202090204" pitchFamily="34" charset="0"/>
              <a:buChar char="•"/>
            </a:lvl7pPr>
            <a:lvl8pPr marL="2571750" indent="-171450">
              <a:lnSpc>
                <a:spcPct val="90000"/>
              </a:lnSpc>
              <a:spcBef>
                <a:spcPts val="375"/>
              </a:spcBef>
              <a:buFont typeface="Arial" panose="020B0604020202090204" pitchFamily="34" charset="0"/>
              <a:buChar char="•"/>
            </a:lvl8pPr>
            <a:lvl9pPr marL="2914650" indent="-171450">
              <a:lnSpc>
                <a:spcPct val="90000"/>
              </a:lnSpc>
              <a:spcBef>
                <a:spcPts val="375"/>
              </a:spcBef>
              <a:buFont typeface="Arial" panose="020B0604020202090204" pitchFamily="34" charset="0"/>
              <a:buChar char="•"/>
            </a:lvl9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 err="1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 err="1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 err="1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 err="1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pic>
        <p:nvPicPr>
          <p:cNvPr id="7" name="图片 6"/>
          <p:cNvPicPr>
            <a:picLocks noChangeAspect="1"/>
          </p:cNvPicPr>
          <p:nvPr>
            <p:custDataLst>
              <p:tags r:id="rId5"/>
            </p:custDataLst>
          </p:nvPr>
        </p:nvPicPr>
        <p:blipFill rotWithShape="1">
          <a:blip r:embed="rId6"/>
          <a:srcRect/>
          <a:stretch>
            <a:fillRect/>
          </a:stretch>
        </p:blipFill>
        <p:spPr>
          <a:xfrm flipH="1" flipV="1">
            <a:off x="8025289" y="0"/>
            <a:ext cx="1118711" cy="917734"/>
          </a:xfrm>
          <a:prstGeom prst="rect">
            <a:avLst/>
          </a:prstGeom>
        </p:spPr>
      </p:pic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>
          <a:xfrm>
            <a:off x="628650" y="4767263"/>
            <a:ext cx="2057400" cy="273844"/>
          </a:xfrm>
        </p:spPr>
        <p:txBody>
          <a:bodyPr/>
          <a:lstStyle/>
          <a:p>
            <a:fld id="{AC1B7B3F-A56B-4310-A966-BD55D80449F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>
          <a:xfrm>
            <a:off x="3028950" y="4767263"/>
            <a:ext cx="3086100" cy="273844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>
          <a:xfrm>
            <a:off x="6457950" y="4767263"/>
            <a:ext cx="2057400" cy="273844"/>
          </a:xfrm>
        </p:spPr>
        <p:txBody>
          <a:bodyPr/>
          <a:lstStyle/>
          <a:p>
            <a:fld id="{73127340-2293-49D2-96F1-6E7BF0C8FD9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 showMasterSp="0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>
            <p:custDataLst>
              <p:tags r:id="rId2"/>
            </p:custDataLst>
          </p:nvPr>
        </p:nvPicPr>
        <p:blipFill rotWithShape="1">
          <a:blip r:embed="rId3"/>
          <a:srcRect/>
          <a:stretch>
            <a:fillRect/>
          </a:stretch>
        </p:blipFill>
        <p:spPr>
          <a:xfrm rot="10522852" flipH="1">
            <a:off x="-55245" y="-64770"/>
            <a:ext cx="1754981" cy="667226"/>
          </a:xfrm>
          <a:custGeom>
            <a:avLst/>
            <a:gdLst>
              <a:gd name="connsiteX0" fmla="*/ 3427141 w 3427141"/>
              <a:gd name="connsiteY0" fmla="*/ 1034748 h 1303135"/>
              <a:gd name="connsiteX1" fmla="*/ 105286 w 3427141"/>
              <a:gd name="connsiteY1" fmla="*/ 1303135 h 1303135"/>
              <a:gd name="connsiteX2" fmla="*/ 0 w 3427141"/>
              <a:gd name="connsiteY2" fmla="*/ 0 h 1303135"/>
              <a:gd name="connsiteX3" fmla="*/ 3427141 w 3427141"/>
              <a:gd name="connsiteY3" fmla="*/ 0 h 13031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27141" h="1303135">
                <a:moveTo>
                  <a:pt x="3427141" y="1034748"/>
                </a:moveTo>
                <a:lnTo>
                  <a:pt x="105286" y="1303135"/>
                </a:lnTo>
                <a:lnTo>
                  <a:pt x="0" y="0"/>
                </a:lnTo>
                <a:lnTo>
                  <a:pt x="3427141" y="0"/>
                </a:lnTo>
                <a:close/>
              </a:path>
            </a:pathLst>
          </a:custGeom>
        </p:spPr>
      </p:pic>
      <p:sp>
        <p:nvSpPr>
          <p:cNvPr id="8" name="副标题"/>
          <p:cNvSpPr txBox="1">
            <a:spLocks noGrp="1"/>
          </p:cNvSpPr>
          <p:nvPr>
            <p:ph type="body" idx="3" hasCustomPrompt="1"/>
            <p:custDataLst>
              <p:tags r:id="rId4"/>
            </p:custDataLst>
          </p:nvPr>
        </p:nvSpPr>
        <p:spPr>
          <a:xfrm>
            <a:off x="726758" y="788670"/>
            <a:ext cx="7956233" cy="304324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tIns="0" bIns="0" rtlCol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1500" b="0" i="0" u="none" strike="noStrike" kern="1200" cap="none" spc="30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  <a:cs typeface="MiSans Normal" panose="00000500000000000000" charset="-122"/>
              </a:defRPr>
            </a:lvl1pPr>
          </a:lstStyle>
          <a:p>
            <a:pPr lvl="0" algn="l"/>
            <a:r>
              <a:rPr dirty="0">
                <a:sym typeface="+mn-ea"/>
              </a:rPr>
              <a:t>单击此处编辑母版副标题样式</a:t>
            </a:r>
            <a:endParaRPr dirty="0">
              <a:sym typeface="+mn-ea"/>
            </a:endParaRPr>
          </a:p>
        </p:txBody>
      </p:sp>
      <p:sp>
        <p:nvSpPr>
          <p:cNvPr id="7" name="标题"/>
          <p:cNvSpPr txBox="1">
            <a:spLocks noGrp="1"/>
          </p:cNvSpPr>
          <p:nvPr>
            <p:ph type="title" idx="2"/>
            <p:custDataLst>
              <p:tags r:id="rId5"/>
            </p:custDataLst>
          </p:nvPr>
        </p:nvSpPr>
        <p:spPr>
          <a:xfrm>
            <a:off x="726758" y="245269"/>
            <a:ext cx="7956233" cy="476250"/>
          </a:xfrm>
          <a:prstGeom prst="rect">
            <a:avLst/>
          </a:prstGeom>
          <a:noFill/>
        </p:spPr>
        <p:txBody>
          <a:bodyPr vert="horz" wrap="square" tIns="0" bIns="0" rtlCol="0" anchor="b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10000"/>
              </a:lnSpc>
              <a:buClrTx/>
              <a:buSzTx/>
              <a:buFontTx/>
              <a:buNone/>
              <a:defRPr kumimoji="0" lang="zh-CN" altLang="en-US" sz="2400" b="0" i="0" u="none" strike="noStrike" kern="1200" cap="none" spc="0" normalizeH="0" baseline="0" noProof="1" dirty="0">
                <a:solidFill>
                  <a:schemeClr val="accent1"/>
                </a:solidFill>
                <a:latin typeface="+mj-ea"/>
                <a:ea typeface="+mj-ea"/>
                <a:cs typeface="MiSans Normal" panose="00000500000000000000" charset="-122"/>
                <a:sym typeface="+mn-ea"/>
              </a:defRPr>
            </a:lvl1pPr>
          </a:lstStyle>
          <a:p>
            <a:pPr lvl="0" algn="l">
              <a:lnSpc>
                <a:spcPct val="110000"/>
              </a:lnSpc>
              <a:buClrTx/>
              <a:buSzTx/>
              <a:buFontTx/>
            </a:pPr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6"/>
            </p:custDataLst>
          </p:nvPr>
        </p:nvPicPr>
        <p:blipFill rotWithShape="1">
          <a:blip r:embed="rId7"/>
          <a:srcRect/>
          <a:stretch>
            <a:fillRect/>
          </a:stretch>
        </p:blipFill>
        <p:spPr>
          <a:xfrm flipH="1" flipV="1">
            <a:off x="8025289" y="0"/>
            <a:ext cx="1118711" cy="917734"/>
          </a:xfrm>
          <a:prstGeom prst="rect">
            <a:avLst/>
          </a:prstGeom>
        </p:spPr>
      </p:pic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8"/>
            </p:custDataLst>
          </p:nvPr>
        </p:nvSpPr>
        <p:spPr>
          <a:xfrm>
            <a:off x="628650" y="4767263"/>
            <a:ext cx="2057400" cy="273844"/>
          </a:xfrm>
        </p:spPr>
        <p:txBody>
          <a:bodyPr/>
          <a:lstStyle/>
          <a:p>
            <a:fld id="{AC1B7B3F-A56B-4310-A966-BD55D80449F1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9"/>
            </p:custDataLst>
          </p:nvPr>
        </p:nvSpPr>
        <p:spPr>
          <a:xfrm>
            <a:off x="3028950" y="4767263"/>
            <a:ext cx="3086100" cy="273844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0"/>
            </p:custDataLst>
          </p:nvPr>
        </p:nvSpPr>
        <p:spPr>
          <a:xfrm>
            <a:off x="6457950" y="4767263"/>
            <a:ext cx="2057400" cy="273844"/>
          </a:xfrm>
        </p:spPr>
        <p:txBody>
          <a:bodyPr/>
          <a:lstStyle/>
          <a:p>
            <a:fld id="{73127340-2293-49D2-96F1-6E7BF0C8FD9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图片 34"/>
          <p:cNvPicPr>
            <a:picLocks noChangeAspect="1"/>
          </p:cNvPicPr>
          <p:nvPr>
            <p:custDataLst>
              <p:tags r:id="rId2"/>
            </p:custDataLst>
          </p:nvPr>
        </p:nvPicPr>
        <p:blipFill rotWithShape="1">
          <a:blip r:embed="rId3"/>
          <a:srcRect/>
          <a:stretch>
            <a:fillRect/>
          </a:stretch>
        </p:blipFill>
        <p:spPr>
          <a:xfrm flipH="1">
            <a:off x="4657725" y="715007"/>
            <a:ext cx="4486275" cy="3680746"/>
          </a:xfrm>
          <a:prstGeom prst="rect">
            <a:avLst/>
          </a:prstGeom>
        </p:spPr>
      </p:pic>
      <p:sp>
        <p:nvSpPr>
          <p:cNvPr id="36" name="任意多边形: 形状 35"/>
          <p:cNvSpPr/>
          <p:nvPr>
            <p:custDataLst>
              <p:tags r:id="rId4"/>
            </p:custDataLst>
          </p:nvPr>
        </p:nvSpPr>
        <p:spPr>
          <a:xfrm>
            <a:off x="2675573" y="4290179"/>
            <a:ext cx="6468428" cy="852964"/>
          </a:xfrm>
          <a:custGeom>
            <a:avLst/>
            <a:gdLst>
              <a:gd name="connsiteX0" fmla="*/ 0 w 7639049"/>
              <a:gd name="connsiteY0" fmla="*/ 0 h 1219200"/>
              <a:gd name="connsiteX1" fmla="*/ 7639049 w 7639049"/>
              <a:gd name="connsiteY1" fmla="*/ 0 h 1219200"/>
              <a:gd name="connsiteX2" fmla="*/ 7639049 w 7639049"/>
              <a:gd name="connsiteY2" fmla="*/ 1219200 h 1219200"/>
              <a:gd name="connsiteX3" fmla="*/ 0 w 7639049"/>
              <a:gd name="connsiteY3" fmla="*/ 1219200 h 1219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639049" h="1219200">
                <a:moveTo>
                  <a:pt x="0" y="0"/>
                </a:moveTo>
                <a:lnTo>
                  <a:pt x="7639049" y="0"/>
                </a:lnTo>
                <a:lnTo>
                  <a:pt x="7639049" y="1219200"/>
                </a:lnTo>
                <a:lnTo>
                  <a:pt x="0" y="1219200"/>
                </a:lnTo>
                <a:close/>
              </a:path>
            </a:pathLst>
          </a:custGeom>
          <a:gradFill>
            <a:gsLst>
              <a:gs pos="0">
                <a:schemeClr val="bg2">
                  <a:lumMod val="10000"/>
                  <a:lumOff val="90000"/>
                </a:schemeClr>
              </a:gs>
              <a:gs pos="100000">
                <a:schemeClr val="bg2">
                  <a:lumMod val="10000"/>
                  <a:lumOff val="9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rmAutofit/>
          </a:bodyPr>
          <a:lstStyle/>
          <a:p>
            <a:pPr lvl="0" algn="ctr" defTabSz="914400">
              <a:buClrTx/>
              <a:buSzTx/>
              <a:buFontTx/>
            </a:pPr>
            <a:endParaRPr lang="zh-CN" altLang="en-US" sz="1350" dirty="0">
              <a:cs typeface="MiSans Normal" panose="00000500000000000000" charset="-122"/>
              <a:sym typeface="+mn-ea"/>
            </a:endParaRPr>
          </a:p>
        </p:txBody>
      </p:sp>
      <p:sp>
        <p:nvSpPr>
          <p:cNvPr id="37" name="矩形 36"/>
          <p:cNvSpPr/>
          <p:nvPr>
            <p:custDataLst>
              <p:tags r:id="rId5"/>
            </p:custDataLst>
          </p:nvPr>
        </p:nvSpPr>
        <p:spPr>
          <a:xfrm>
            <a:off x="834081" y="4289822"/>
            <a:ext cx="1841002" cy="85367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350" dirty="0">
              <a:solidFill>
                <a:schemeClr val="lt1"/>
              </a:solidFill>
              <a:cs typeface="MiSans Normal" panose="00000500000000000000" charset="-122"/>
            </a:endParaRPr>
          </a:p>
        </p:txBody>
      </p:sp>
      <p:pic>
        <p:nvPicPr>
          <p:cNvPr id="44" name="图形 43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13147" y="222647"/>
            <a:ext cx="234553" cy="234553"/>
          </a:xfrm>
          <a:prstGeom prst="rect">
            <a:avLst/>
          </a:prstGeom>
        </p:spPr>
      </p:pic>
      <p:sp>
        <p:nvSpPr>
          <p:cNvPr id="59" name="椭圆 58"/>
          <p:cNvSpPr/>
          <p:nvPr>
            <p:custDataLst>
              <p:tags r:id="rId9"/>
            </p:custDataLst>
          </p:nvPr>
        </p:nvSpPr>
        <p:spPr>
          <a:xfrm>
            <a:off x="413385" y="4368641"/>
            <a:ext cx="86678" cy="86678"/>
          </a:xfrm>
          <a:prstGeom prst="ellipse">
            <a:avLst/>
          </a:prstGeom>
          <a:solidFill>
            <a:schemeClr val="lt1"/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350">
              <a:solidFill>
                <a:srgbClr val="02703B"/>
              </a:solidFill>
              <a:cs typeface="MiSans Normal" panose="00000500000000000000" charset="-122"/>
            </a:endParaRPr>
          </a:p>
        </p:txBody>
      </p:sp>
      <p:sp>
        <p:nvSpPr>
          <p:cNvPr id="60" name="椭圆 59"/>
          <p:cNvSpPr/>
          <p:nvPr>
            <p:custDataLst>
              <p:tags r:id="rId10"/>
            </p:custDataLst>
          </p:nvPr>
        </p:nvSpPr>
        <p:spPr>
          <a:xfrm>
            <a:off x="413385" y="4514850"/>
            <a:ext cx="86678" cy="86678"/>
          </a:xfrm>
          <a:prstGeom prst="ellipse">
            <a:avLst/>
          </a:prstGeom>
          <a:solidFill>
            <a:schemeClr val="lt1"/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350" dirty="0">
              <a:solidFill>
                <a:schemeClr val="lt1"/>
              </a:solidFill>
              <a:cs typeface="MiSans Normal" panose="00000500000000000000" charset="-122"/>
            </a:endParaRPr>
          </a:p>
        </p:txBody>
      </p:sp>
      <p:sp>
        <p:nvSpPr>
          <p:cNvPr id="61" name="椭圆 60"/>
          <p:cNvSpPr/>
          <p:nvPr>
            <p:custDataLst>
              <p:tags r:id="rId11"/>
            </p:custDataLst>
          </p:nvPr>
        </p:nvSpPr>
        <p:spPr>
          <a:xfrm>
            <a:off x="413385" y="4660583"/>
            <a:ext cx="86678" cy="8667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350">
              <a:solidFill>
                <a:schemeClr val="lt1"/>
              </a:solidFill>
              <a:cs typeface="MiSans Normal" panose="00000500000000000000" charset="-122"/>
            </a:endParaRPr>
          </a:p>
        </p:txBody>
      </p:sp>
      <p:sp>
        <p:nvSpPr>
          <p:cNvPr id="62" name="椭圆 61"/>
          <p:cNvSpPr/>
          <p:nvPr>
            <p:custDataLst>
              <p:tags r:id="rId12"/>
            </p:custDataLst>
          </p:nvPr>
        </p:nvSpPr>
        <p:spPr>
          <a:xfrm>
            <a:off x="413385" y="4806791"/>
            <a:ext cx="86678" cy="8667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350">
              <a:solidFill>
                <a:schemeClr val="lt1"/>
              </a:solidFill>
              <a:cs typeface="MiSans Normal" panose="00000500000000000000" charset="-122"/>
            </a:endParaRPr>
          </a:p>
        </p:txBody>
      </p:sp>
      <p:sp>
        <p:nvSpPr>
          <p:cNvPr id="7" name="标题"/>
          <p:cNvSpPr txBox="1">
            <a:spLocks noGrp="1"/>
          </p:cNvSpPr>
          <p:nvPr>
            <p:ph type="title" idx="1" hasCustomPrompt="1"/>
            <p:custDataLst>
              <p:tags r:id="rId13"/>
            </p:custDataLst>
          </p:nvPr>
        </p:nvSpPr>
        <p:spPr>
          <a:xfrm>
            <a:off x="829628" y="1184434"/>
            <a:ext cx="5135880" cy="2115026"/>
          </a:xfrm>
          <a:prstGeom prst="rect">
            <a:avLst/>
          </a:prstGeom>
          <a:noFill/>
        </p:spPr>
        <p:txBody>
          <a:bodyPr vert="horz" wrap="square" lIns="91440" tIns="0" rIns="91440" bIns="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90000"/>
              </a:lnSpc>
              <a:buClrTx/>
              <a:buSzTx/>
              <a:buFontTx/>
              <a:buNone/>
              <a:defRPr kumimoji="0" lang="zh-CN" altLang="en-US" sz="6000" b="0" i="0" u="none" strike="noStrike" kern="1200" cap="none" spc="0" normalizeH="0" baseline="0" noProof="1" dirty="0">
                <a:solidFill>
                  <a:schemeClr val="accent1"/>
                </a:solidFill>
                <a:latin typeface="+mj-ea"/>
                <a:ea typeface="+mj-ea"/>
                <a:cs typeface="MiSans Normal" panose="00000500000000000000" charset="-122"/>
                <a:sym typeface="+mn-ea"/>
              </a:defRPr>
            </a:lvl1pPr>
          </a:lstStyle>
          <a:p>
            <a:pPr lvl="0" algn="l">
              <a:lnSpc>
                <a:spcPct val="90000"/>
              </a:lnSpc>
              <a:buClrTx/>
              <a:buSzTx/>
              <a:buFontTx/>
            </a:pPr>
            <a:r>
              <a:rPr>
                <a:sym typeface="+mn-ea"/>
              </a:rPr>
              <a:t>单击编辑标题</a:t>
            </a:r>
            <a:endParaRPr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4"/>
            </p:custDataLst>
          </p:nvPr>
        </p:nvSpPr>
        <p:spPr>
          <a:xfrm>
            <a:off x="628650" y="4767263"/>
            <a:ext cx="2057400" cy="273844"/>
          </a:xfrm>
        </p:spPr>
        <p:txBody>
          <a:bodyPr/>
          <a:lstStyle/>
          <a:p>
            <a:fld id="{AC1B7B3F-A56B-4310-A966-BD55D80449F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5"/>
            </p:custDataLst>
          </p:nvPr>
        </p:nvSpPr>
        <p:spPr>
          <a:xfrm>
            <a:off x="3028950" y="4767263"/>
            <a:ext cx="3086100" cy="273844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6"/>
            </p:custDataLst>
          </p:nvPr>
        </p:nvSpPr>
        <p:spPr>
          <a:xfrm>
            <a:off x="6457950" y="4767263"/>
            <a:ext cx="2057400" cy="273844"/>
          </a:xfrm>
        </p:spPr>
        <p:txBody>
          <a:bodyPr/>
          <a:lstStyle/>
          <a:p>
            <a:fld id="{73127340-2293-49D2-96F1-6E7BF0C8FD9C}" type="slidenum">
              <a:rPr lang="zh-CN" altLang="en-US" smtClean="0"/>
            </a:fld>
            <a:endParaRPr lang="zh-CN" altLang="en-US"/>
          </a:p>
        </p:txBody>
      </p:sp>
      <p:sp>
        <p:nvSpPr>
          <p:cNvPr id="15" name="署名占位符 10"/>
          <p:cNvSpPr>
            <a:spLocks noGrp="1"/>
          </p:cNvSpPr>
          <p:nvPr>
            <p:ph type="body" sz="quarter" idx="17" hasCustomPrompt="1"/>
            <p:custDataLst>
              <p:tags r:id="rId17"/>
            </p:custDataLst>
          </p:nvPr>
        </p:nvSpPr>
        <p:spPr>
          <a:xfrm>
            <a:off x="1097358" y="4578667"/>
            <a:ext cx="1314450" cy="271463"/>
          </a:xfrm>
        </p:spPr>
        <p:txBody>
          <a:bodyPr wrap="square" anchor="t">
            <a:noAutofit/>
          </a:bodyPr>
          <a:lstStyle>
            <a:lvl1pPr marL="0" indent="0" algn="ctr">
              <a:lnSpc>
                <a:spcPct val="100000"/>
              </a:lnSpc>
              <a:buNone/>
              <a:defRPr sz="1200">
                <a:solidFill>
                  <a:srgbClr val="FFFFFF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zh-CN" altLang="en-US" dirty="0"/>
              <a:t>署名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2" Type="http://schemas.openxmlformats.org/officeDocument/2006/relationships/theme" Target="../theme/theme2.xml"/><Relationship Id="rId21" Type="http://schemas.openxmlformats.org/officeDocument/2006/relationships/tags" Target="../tags/tag102.xml"/><Relationship Id="rId20" Type="http://schemas.openxmlformats.org/officeDocument/2006/relationships/tags" Target="../tags/tag101.xml"/><Relationship Id="rId2" Type="http://schemas.openxmlformats.org/officeDocument/2006/relationships/slideLayout" Target="../slideLayouts/slideLayout13.xml"/><Relationship Id="rId19" Type="http://schemas.openxmlformats.org/officeDocument/2006/relationships/tags" Target="../tags/tag100.xml"/><Relationship Id="rId18" Type="http://schemas.openxmlformats.org/officeDocument/2006/relationships/tags" Target="../tags/tag99.xml"/><Relationship Id="rId17" Type="http://schemas.openxmlformats.org/officeDocument/2006/relationships/tags" Target="../tags/tag98.xml"/><Relationship Id="rId16" Type="http://schemas.openxmlformats.org/officeDocument/2006/relationships/tags" Target="../tags/tag97.xml"/><Relationship Id="rId15" Type="http://schemas.openxmlformats.org/officeDocument/2006/relationships/image" Target="../media/image5.png"/><Relationship Id="rId14" Type="http://schemas.openxmlformats.org/officeDocument/2006/relationships/tags" Target="../tags/tag96.xml"/><Relationship Id="rId13" Type="http://schemas.openxmlformats.org/officeDocument/2006/relationships/image" Target="../media/image4.png"/><Relationship Id="rId12" Type="http://schemas.openxmlformats.org/officeDocument/2006/relationships/tags" Target="../tags/tag9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9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9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9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9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>
            <p:custDataLst>
              <p:tags r:id="rId12"/>
            </p:custDataLst>
          </p:nvPr>
        </p:nvPicPr>
        <p:blipFill rotWithShape="1">
          <a:blip r:embed="rId13"/>
          <a:srcRect/>
          <a:stretch>
            <a:fillRect/>
          </a:stretch>
        </p:blipFill>
        <p:spPr>
          <a:xfrm rot="10522852" flipH="1">
            <a:off x="-55245" y="-64770"/>
            <a:ext cx="1754981" cy="667226"/>
          </a:xfrm>
          <a:custGeom>
            <a:avLst/>
            <a:gdLst>
              <a:gd name="connsiteX0" fmla="*/ 3427141 w 3427141"/>
              <a:gd name="connsiteY0" fmla="*/ 1034748 h 1303135"/>
              <a:gd name="connsiteX1" fmla="*/ 105286 w 3427141"/>
              <a:gd name="connsiteY1" fmla="*/ 1303135 h 1303135"/>
              <a:gd name="connsiteX2" fmla="*/ 0 w 3427141"/>
              <a:gd name="connsiteY2" fmla="*/ 0 h 1303135"/>
              <a:gd name="connsiteX3" fmla="*/ 3427141 w 3427141"/>
              <a:gd name="connsiteY3" fmla="*/ 0 h 13031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27141" h="1303135">
                <a:moveTo>
                  <a:pt x="3427141" y="1034748"/>
                </a:moveTo>
                <a:lnTo>
                  <a:pt x="105286" y="1303135"/>
                </a:lnTo>
                <a:lnTo>
                  <a:pt x="0" y="0"/>
                </a:lnTo>
                <a:lnTo>
                  <a:pt x="3427141" y="0"/>
                </a:lnTo>
                <a:close/>
              </a:path>
            </a:pathLst>
          </a:custGeom>
        </p:spPr>
      </p:pic>
      <p:pic>
        <p:nvPicPr>
          <p:cNvPr id="6" name="图片 5"/>
          <p:cNvPicPr>
            <a:picLocks noChangeAspect="1"/>
          </p:cNvPicPr>
          <p:nvPr>
            <p:custDataLst>
              <p:tags r:id="rId14"/>
            </p:custDataLst>
          </p:nvPr>
        </p:nvPicPr>
        <p:blipFill rotWithShape="1">
          <a:blip r:embed="rId15"/>
          <a:srcRect/>
          <a:stretch>
            <a:fillRect/>
          </a:stretch>
        </p:blipFill>
        <p:spPr>
          <a:xfrm flipH="1" flipV="1">
            <a:off x="8025289" y="0"/>
            <a:ext cx="1118711" cy="917734"/>
          </a:xfrm>
          <a:prstGeom prst="rect">
            <a:avLst/>
          </a:prstGeom>
        </p:spPr>
      </p:pic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6"/>
            </p:custDataLst>
          </p:nvPr>
        </p:nvSpPr>
        <p:spPr>
          <a:xfrm>
            <a:off x="521970" y="4767263"/>
            <a:ext cx="2057400" cy="273844"/>
          </a:xfrm>
        </p:spPr>
        <p:txBody>
          <a:bodyPr/>
          <a:lstStyle/>
          <a:p>
            <a:fld id="{AC1B7B3F-A56B-4310-A966-BD55D80449F1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7"/>
            </p:custDataLst>
          </p:nvPr>
        </p:nvSpPr>
        <p:spPr>
          <a:xfrm>
            <a:off x="3028950" y="4767263"/>
            <a:ext cx="3086100" cy="273844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8"/>
            </p:custDataLst>
          </p:nvPr>
        </p:nvSpPr>
        <p:spPr>
          <a:xfrm>
            <a:off x="6565487" y="4767263"/>
            <a:ext cx="2057400" cy="273844"/>
          </a:xfrm>
        </p:spPr>
        <p:txBody>
          <a:bodyPr/>
          <a:lstStyle/>
          <a:p>
            <a:fld id="{73127340-2293-49D2-96F1-6E7BF0C8FD9C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占位符 8"/>
          <p:cNvSpPr>
            <a:spLocks noGrp="1"/>
          </p:cNvSpPr>
          <p:nvPr>
            <p:ph type="title"/>
            <p:custDataLst>
              <p:tags r:id="rId19"/>
            </p:custDataLst>
          </p:nvPr>
        </p:nvSpPr>
        <p:spPr>
          <a:xfrm>
            <a:off x="521970" y="270000"/>
            <a:ext cx="8100000" cy="540000"/>
          </a:xfrm>
          <a:prstGeom prst="rect">
            <a:avLst/>
          </a:prstGeom>
          <a:noFill/>
        </p:spPr>
        <p:txBody>
          <a:bodyPr vert="horz" wrap="square" lIns="91440" tIns="0" rIns="91440" bIns="0" rtlCol="0" anchor="b" anchorCtr="0">
            <a:noAutofit/>
          </a:bodyPr>
          <a:lstStyle/>
          <a:p>
            <a:pPr marL="0" marR="0" lvl="0" fontAlgn="auto">
              <a:lnSpc>
                <a:spcPct val="110000"/>
              </a:lnSpc>
              <a:buClrTx/>
              <a:buSzTx/>
              <a:buFontTx/>
            </a:pPr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idx="1"/>
            <p:custDataLst>
              <p:tags r:id="rId20"/>
            </p:custDataLst>
          </p:nvPr>
        </p:nvSpPr>
        <p:spPr>
          <a:xfrm>
            <a:off x="521970" y="976312"/>
            <a:ext cx="8100000" cy="3655219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/>
          <a:p>
            <a:pPr marR="0" lvl="0" fontAlgn="auto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¢"/>
            </a:pPr>
            <a:r>
              <a:rPr lang="zh-CN" altLang="en-US"/>
              <a:t>单击此处编辑母版文本样式</a:t>
            </a:r>
            <a:endParaRPr lang="zh-CN" altLang="en-US"/>
          </a:p>
          <a:p>
            <a:pPr marR="0" lvl="1" fontAlgn="auto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Font typeface="Wingdings" panose="05000000000000000000" pitchFamily="2" charset="2"/>
              <a:buChar char="¢"/>
              <a:tabLst>
                <a:tab pos="1609725" algn="l"/>
              </a:tabLst>
            </a:pPr>
            <a:r>
              <a:rPr lang="zh-CN" altLang="en-US"/>
              <a:t>二级</a:t>
            </a:r>
            <a:endParaRPr lang="zh-CN" altLang="en-US"/>
          </a:p>
          <a:p>
            <a:pPr marR="0" lvl="2" fontAlgn="auto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Font typeface="Wingdings" panose="05000000000000000000" pitchFamily="2" charset="2"/>
              <a:buChar char="¢"/>
            </a:pPr>
            <a:r>
              <a:rPr lang="zh-CN" altLang="en-US"/>
              <a:t>三级</a:t>
            </a:r>
            <a:endParaRPr lang="zh-CN" altLang="en-US"/>
          </a:p>
          <a:p>
            <a:pPr marR="0" lvl="3" fontAlgn="auto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Font typeface="Wingdings" panose="05000000000000000000" pitchFamily="2" charset="2"/>
              <a:buChar char="¢"/>
            </a:pPr>
            <a:r>
              <a:rPr lang="zh-CN" altLang="en-US"/>
              <a:t>四级</a:t>
            </a:r>
            <a:endParaRPr lang="zh-CN" altLang="en-US"/>
          </a:p>
          <a:p>
            <a:pPr marR="0" lvl="4" fontAlgn="auto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Font typeface="Wingdings" panose="05000000000000000000" pitchFamily="2" charset="2"/>
              <a:buChar char="¢"/>
            </a:pPr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2" name="KSO_TEMPLATE" hidden="1"/>
          <p:cNvSpPr/>
          <p:nvPr userDrawn="1">
            <p:custDataLst>
              <p:tags r:id="rId21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  <a:solidFill>
            <a:srgbClr val="A1D6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 defTabSz="914400"/>
            <a:endParaRPr lang="zh-CN" altLang="en-US" sz="1350" dirty="0">
              <a:solidFill>
                <a:schemeClr val="bg1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kumimoji="0" lang="zh-CN" altLang="en-US" sz="2400" b="0" i="0" u="none" strike="noStrike" kern="1200" cap="none" spc="0" normalizeH="0" baseline="0" dirty="0" smtClean="0">
          <a:solidFill>
            <a:schemeClr val="accent1"/>
          </a:solidFill>
          <a:latin typeface="+mj-ea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90204" pitchFamily="34" charset="0"/>
        <a:buChar char="•"/>
        <a:defRPr kumimoji="0" lang="zh-CN" altLang="en-US" sz="1350" b="0" i="0" u="none" strike="noStrike" kern="1200" cap="none" spc="150" normalizeH="0" baseline="0" smtClean="0">
          <a:ln>
            <a:noFill/>
            <a:prstDash val="sysDot"/>
          </a:ln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90204" pitchFamily="34" charset="0"/>
        <a:buChar char="•"/>
        <a:defRPr kumimoji="0" lang="zh-CN" altLang="en-US" sz="1200" b="0" i="0" u="none" strike="noStrike" kern="1200" cap="none" spc="150" normalizeH="0" baseline="0" smtClean="0">
          <a:solidFill>
            <a:schemeClr val="tx1">
              <a:lumMod val="65000"/>
              <a:lumOff val="35000"/>
            </a:schemeClr>
          </a:solidFill>
          <a:uFillTx/>
          <a:latin typeface="+mn-ea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90204" pitchFamily="34" charset="0"/>
        <a:buChar char="•"/>
        <a:defRPr kumimoji="0" lang="zh-CN" altLang="en-US" sz="1200" b="0" i="0" u="none" strike="noStrike" kern="1200" cap="none" spc="150" normalizeH="0" baseline="0" smtClean="0">
          <a:solidFill>
            <a:schemeClr val="tx1">
              <a:lumMod val="65000"/>
              <a:lumOff val="35000"/>
            </a:schemeClr>
          </a:solidFill>
          <a:uFillTx/>
          <a:latin typeface="+mn-ea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90204" pitchFamily="34" charset="0"/>
        <a:buChar char="•"/>
        <a:defRPr kumimoji="0" lang="zh-CN" altLang="en-US" sz="1050" b="0" i="0" u="none" strike="noStrike" kern="1200" cap="none" spc="150" normalizeH="0" baseline="0" smtClean="0">
          <a:solidFill>
            <a:schemeClr val="tx1">
              <a:lumMod val="65000"/>
              <a:lumOff val="35000"/>
            </a:schemeClr>
          </a:solidFill>
          <a:uFillTx/>
          <a:latin typeface="+mn-ea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90204" pitchFamily="34" charset="0"/>
        <a:buChar char="•"/>
        <a:defRPr kumimoji="0" lang="zh-CN" altLang="en-US" sz="1050" b="0" i="0" u="none" strike="noStrike" kern="1200" cap="none" spc="150" normalizeH="0" baseline="0" smtClean="0">
          <a:solidFill>
            <a:schemeClr val="tx1">
              <a:lumMod val="65000"/>
              <a:lumOff val="35000"/>
            </a:schemeClr>
          </a:solidFill>
          <a:uFillTx/>
          <a:latin typeface="+mn-ea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9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9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9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9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8.xml"/><Relationship Id="rId5" Type="http://schemas.openxmlformats.org/officeDocument/2006/relationships/tags" Target="../tags/tag107.xml"/><Relationship Id="rId4" Type="http://schemas.openxmlformats.org/officeDocument/2006/relationships/tags" Target="../tags/tag106.xml"/><Relationship Id="rId3" Type="http://schemas.openxmlformats.org/officeDocument/2006/relationships/tags" Target="../tags/tag105.xml"/><Relationship Id="rId2" Type="http://schemas.openxmlformats.org/officeDocument/2006/relationships/tags" Target="../tags/tag104.xml"/><Relationship Id="rId1" Type="http://schemas.openxmlformats.org/officeDocument/2006/relationships/tags" Target="../tags/tag103.xml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8.xml"/><Relationship Id="rId4" Type="http://schemas.openxmlformats.org/officeDocument/2006/relationships/tags" Target="../tags/tag111.xml"/><Relationship Id="rId3" Type="http://schemas.openxmlformats.org/officeDocument/2006/relationships/tags" Target="../tags/tag110.xml"/><Relationship Id="rId2" Type="http://schemas.openxmlformats.org/officeDocument/2006/relationships/tags" Target="../tags/tag109.xml"/><Relationship Id="rId1" Type="http://schemas.openxmlformats.org/officeDocument/2006/relationships/tags" Target="../tags/tag108.xml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8.xml"/><Relationship Id="rId4" Type="http://schemas.openxmlformats.org/officeDocument/2006/relationships/tags" Target="../tags/tag115.xml"/><Relationship Id="rId3" Type="http://schemas.openxmlformats.org/officeDocument/2006/relationships/tags" Target="../tags/tag114.xml"/><Relationship Id="rId2" Type="http://schemas.openxmlformats.org/officeDocument/2006/relationships/tags" Target="../tags/tag113.xml"/><Relationship Id="rId1" Type="http://schemas.openxmlformats.org/officeDocument/2006/relationships/tags" Target="../tags/tag112.xml"/></Relationships>
</file>

<file path=ppt/slides/_rels/slide4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8.xml"/><Relationship Id="rId5" Type="http://schemas.openxmlformats.org/officeDocument/2006/relationships/tags" Target="../tags/tag120.xml"/><Relationship Id="rId4" Type="http://schemas.openxmlformats.org/officeDocument/2006/relationships/tags" Target="../tags/tag119.xml"/><Relationship Id="rId3" Type="http://schemas.openxmlformats.org/officeDocument/2006/relationships/tags" Target="../tags/tag118.xml"/><Relationship Id="rId2" Type="http://schemas.openxmlformats.org/officeDocument/2006/relationships/tags" Target="../tags/tag117.xml"/><Relationship Id="rId1" Type="http://schemas.openxmlformats.org/officeDocument/2006/relationships/tags" Target="../tags/tag116.xml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8.xml"/><Relationship Id="rId4" Type="http://schemas.openxmlformats.org/officeDocument/2006/relationships/tags" Target="../tags/tag124.xml"/><Relationship Id="rId3" Type="http://schemas.openxmlformats.org/officeDocument/2006/relationships/tags" Target="../tags/tag123.xml"/><Relationship Id="rId2" Type="http://schemas.openxmlformats.org/officeDocument/2006/relationships/tags" Target="../tags/tag122.xml"/><Relationship Id="rId1" Type="http://schemas.openxmlformats.org/officeDocument/2006/relationships/tags" Target="../tags/tag121.xml"/></Relationships>
</file>

<file path=ppt/slides/_rels/slide6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8.xml"/><Relationship Id="rId6" Type="http://schemas.openxmlformats.org/officeDocument/2006/relationships/tags" Target="../tags/tag130.xml"/><Relationship Id="rId5" Type="http://schemas.openxmlformats.org/officeDocument/2006/relationships/tags" Target="../tags/tag129.xml"/><Relationship Id="rId4" Type="http://schemas.openxmlformats.org/officeDocument/2006/relationships/tags" Target="../tags/tag128.xml"/><Relationship Id="rId3" Type="http://schemas.openxmlformats.org/officeDocument/2006/relationships/tags" Target="../tags/tag127.xml"/><Relationship Id="rId2" Type="http://schemas.openxmlformats.org/officeDocument/2006/relationships/tags" Target="../tags/tag126.xml"/><Relationship Id="rId1" Type="http://schemas.openxmlformats.org/officeDocument/2006/relationships/tags" Target="../tags/tag125.xml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8.xml"/><Relationship Id="rId4" Type="http://schemas.openxmlformats.org/officeDocument/2006/relationships/tags" Target="../tags/tag134.xml"/><Relationship Id="rId3" Type="http://schemas.openxmlformats.org/officeDocument/2006/relationships/tags" Target="../tags/tag133.xml"/><Relationship Id="rId2" Type="http://schemas.openxmlformats.org/officeDocument/2006/relationships/tags" Target="../tags/tag132.xml"/><Relationship Id="rId1" Type="http://schemas.openxmlformats.org/officeDocument/2006/relationships/tags" Target="../tags/tag131.xml"/></Relationships>
</file>

<file path=ppt/slides/_rels/slide8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8.xml"/><Relationship Id="rId5" Type="http://schemas.openxmlformats.org/officeDocument/2006/relationships/tags" Target="../tags/tag139.xml"/><Relationship Id="rId4" Type="http://schemas.openxmlformats.org/officeDocument/2006/relationships/tags" Target="../tags/tag138.xml"/><Relationship Id="rId3" Type="http://schemas.openxmlformats.org/officeDocument/2006/relationships/tags" Target="../tags/tag137.xml"/><Relationship Id="rId2" Type="http://schemas.openxmlformats.org/officeDocument/2006/relationships/tags" Target="../tags/tag136.xml"/><Relationship Id="rId1" Type="http://schemas.openxmlformats.org/officeDocument/2006/relationships/tags" Target="../tags/tag13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>
            <p:custDataLst>
              <p:tags r:id="rId1"/>
            </p:custDataLst>
          </p:nvPr>
        </p:nvSpPr>
        <p:spPr>
          <a:xfrm>
            <a:off x="438912" y="694944"/>
            <a:ext cx="482600" cy="245110"/>
          </a:xfrm>
          <a:prstGeom prst="rect">
            <a:avLst/>
          </a:prstGeom>
          <a:noFill/>
        </p:spPr>
        <p:txBody>
          <a:bodyPr wrap="square">
            <a:normAutofit fontScale="90000"/>
          </a:bodyPr>
          <a:lstStyle/>
          <a:p>
            <a:r>
              <a:rPr sz="1000" b="0">
                <a:solidFill>
                  <a:schemeClr val="tx1"/>
                </a:solidFill>
              </a:rPr>
              <a:t>Draft</a:t>
            </a:r>
            <a:endParaRPr sz="1000" b="0">
              <a:solidFill>
                <a:schemeClr val="tx1"/>
              </a:solidFill>
            </a:endParaRPr>
          </a:p>
        </p:txBody>
      </p:sp>
      <p:sp>
        <p:nvSpPr>
          <p:cNvPr id="4" name="TextBox 3"/>
          <p:cNvSpPr txBox="1"/>
          <p:nvPr>
            <p:custDataLst>
              <p:tags r:id="rId2"/>
            </p:custDataLst>
          </p:nvPr>
        </p:nvSpPr>
        <p:spPr>
          <a:xfrm>
            <a:off x="640080" y="1188720"/>
            <a:ext cx="5755640" cy="368300"/>
          </a:xfrm>
          <a:prstGeom prst="rect">
            <a:avLst/>
          </a:prstGeom>
          <a:noFill/>
        </p:spPr>
        <p:txBody>
          <a:bodyPr wrap="square">
            <a:normAutofit fontScale="90000"/>
          </a:bodyPr>
          <a:lstStyle/>
          <a:p>
            <a:r>
              <a:rPr sz="1800" b="1">
                <a:solidFill>
                  <a:schemeClr val="accent1">
                    <a:lumMod val="50000"/>
                  </a:schemeClr>
                </a:solidFill>
              </a:rPr>
              <a:t>Severity path: S1 throughout - needs reconciliation</a:t>
            </a:r>
            <a:endParaRPr sz="1800" b="1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5" name="TextBox 4"/>
          <p:cNvSpPr txBox="1"/>
          <p:nvPr>
            <p:custDataLst>
              <p:tags r:id="rId3"/>
            </p:custDataLst>
          </p:nvPr>
        </p:nvSpPr>
        <p:spPr>
          <a:xfrm>
            <a:off x="640080" y="1828800"/>
            <a:ext cx="5706110" cy="352425"/>
          </a:xfrm>
          <a:prstGeom prst="rect">
            <a:avLst/>
          </a:prstGeom>
          <a:noFill/>
        </p:spPr>
        <p:txBody>
          <a:bodyPr wrap="square">
            <a:normAutofit fontScale="90000"/>
          </a:bodyPr>
          <a:lstStyle/>
          <a:p>
            <a:r>
              <a:rPr sz="1700" b="0">
                <a:solidFill>
                  <a:schemeClr val="tx1"/>
                </a:solidFill>
              </a:rPr>
              <a:t>Primary impact: checkout latency and payment failover</a:t>
            </a:r>
            <a:endParaRPr sz="1700" b="0">
              <a:solidFill>
                <a:schemeClr val="tx1"/>
              </a:solidFill>
            </a:endParaRPr>
          </a:p>
        </p:txBody>
      </p:sp>
      <p:sp>
        <p:nvSpPr>
          <p:cNvPr id="7" name="标题 6"/>
          <p:cNvSpPr txBox="1">
            <a:spLocks noGrp="1"/>
          </p:cNvSpPr>
          <p:nvPr>
            <p:ph type="title" idx="2"/>
            <p:custDataLst>
              <p:tags r:id="rId4"/>
            </p:custDataLst>
          </p:nvPr>
        </p:nvSpPr>
        <p:spPr>
          <a:noFill/>
        </p:spPr>
        <p:txBody>
          <a:bodyPr vert="horz" wrap="square" lIns="91440" tIns="0" rIns="91440" bIns="0" rtlCol="0" anchor="b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10000"/>
              </a:lnSpc>
              <a:buClrTx/>
              <a:buSzTx/>
              <a:buFontTx/>
              <a:buNone/>
              <a:defRPr kumimoji="0" lang="zh-CN" altLang="en-US" sz="2400" b="0" i="0" u="none" strike="noStrike" kern="1200" cap="none" spc="0" normalizeH="0" baseline="0" noProof="1" dirty="0">
                <a:solidFill>
                  <a:schemeClr val="accent1"/>
                </a:solidFill>
                <a:latin typeface="+mj-ea"/>
                <a:ea typeface="+mj-ea"/>
                <a:cs typeface="MiSans Normal" panose="00000500000000000000" charset="-122"/>
                <a:sym typeface="+mn-ea"/>
              </a:defRPr>
            </a:lvl1pPr>
          </a:lstStyle>
          <a:p>
            <a:pPr lvl="0" algn="l"/>
            <a:r>
              <a:rPr>
                <a:sym typeface="+mn-ea"/>
              </a:rPr>
              <a:t>Incident Review</a:t>
            </a:r>
            <a:endParaRPr>
              <a:sym typeface="+mn-ea"/>
            </a:endParaRPr>
          </a:p>
        </p:txBody>
      </p:sp>
    </p:spTree>
    <p:custDataLst>
      <p:tags r:id="rId5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>
            <p:custDataLst>
              <p:tags r:id="rId1"/>
            </p:custDataLst>
          </p:nvPr>
        </p:nvSpPr>
        <p:spPr>
          <a:xfrm>
            <a:off x="438912" y="694944"/>
            <a:ext cx="482600" cy="245110"/>
          </a:xfrm>
          <a:prstGeom prst="rect">
            <a:avLst/>
          </a:prstGeom>
          <a:noFill/>
        </p:spPr>
        <p:txBody>
          <a:bodyPr wrap="square">
            <a:normAutofit fontScale="90000"/>
          </a:bodyPr>
          <a:lstStyle/>
          <a:p>
            <a:r>
              <a:rPr sz="1000" b="0">
                <a:solidFill>
                  <a:schemeClr val="tx1"/>
                </a:solidFill>
              </a:rPr>
              <a:t>Draft</a:t>
            </a:r>
            <a:endParaRPr sz="1000" b="0">
              <a:solidFill>
                <a:schemeClr val="tx1"/>
              </a:solidFill>
            </a:endParaRPr>
          </a:p>
        </p:txBody>
      </p:sp>
      <p:sp>
        <p:nvSpPr>
          <p:cNvPr id="4" name="TextBox 3"/>
          <p:cNvSpPr txBox="1"/>
          <p:nvPr>
            <p:custDataLst>
              <p:tags r:id="rId2"/>
            </p:custDataLst>
          </p:nvPr>
        </p:nvSpPr>
        <p:spPr>
          <a:xfrm>
            <a:off x="640080" y="1280160"/>
            <a:ext cx="7244715" cy="368300"/>
          </a:xfrm>
          <a:prstGeom prst="rect">
            <a:avLst/>
          </a:prstGeom>
          <a:noFill/>
        </p:spPr>
        <p:txBody>
          <a:bodyPr wrap="square">
            <a:normAutofit fontScale="90000"/>
          </a:bodyPr>
          <a:lstStyle/>
          <a:p>
            <a:r>
              <a:rPr sz="1800" b="1">
                <a:solidFill>
                  <a:schemeClr val="accent1">
                    <a:lumMod val="50000"/>
                  </a:schemeClr>
                </a:solidFill>
              </a:rPr>
              <a:t>Internal launch-delay discussion. Do not include in release pack.</a:t>
            </a:r>
            <a:endParaRPr sz="1800" b="1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6" name="标题 5"/>
          <p:cNvSpPr txBox="1">
            <a:spLocks noGrp="1"/>
          </p:cNvSpPr>
          <p:nvPr>
            <p:ph type="title" idx="2"/>
            <p:custDataLst>
              <p:tags r:id="rId3"/>
            </p:custDataLst>
          </p:nvPr>
        </p:nvSpPr>
        <p:spPr>
          <a:noFill/>
        </p:spPr>
        <p:txBody>
          <a:bodyPr vert="horz" wrap="square" lIns="91440" tIns="0" rIns="91440" bIns="0" rtlCol="0" anchor="b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10000"/>
              </a:lnSpc>
              <a:buClrTx/>
              <a:buSzTx/>
              <a:buFontTx/>
              <a:buNone/>
              <a:defRPr kumimoji="0" lang="zh-CN" altLang="en-US" sz="2400" b="0" i="0" u="none" strike="noStrike" kern="1200" cap="none" spc="0" normalizeH="0" baseline="0" noProof="1" dirty="0">
                <a:solidFill>
                  <a:schemeClr val="accent1"/>
                </a:solidFill>
                <a:latin typeface="+mj-ea"/>
                <a:ea typeface="+mj-ea"/>
                <a:cs typeface="MiSans Normal" panose="00000500000000000000" charset="-122"/>
                <a:sym typeface="+mn-ea"/>
              </a:defRPr>
            </a:lvl1pPr>
          </a:lstStyle>
          <a:p>
            <a:pPr lvl="0" algn="l"/>
            <a:r>
              <a:rPr>
                <a:sym typeface="+mn-ea"/>
              </a:rPr>
              <a:t>Draft Scratch - Remove</a:t>
            </a:r>
            <a:endParaRPr>
              <a:sym typeface="+mn-ea"/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>
            <p:custDataLst>
              <p:tags r:id="rId1"/>
            </p:custDataLst>
          </p:nvPr>
        </p:nvSpPr>
        <p:spPr>
          <a:xfrm>
            <a:off x="438912" y="694944"/>
            <a:ext cx="482600" cy="245110"/>
          </a:xfrm>
          <a:prstGeom prst="rect">
            <a:avLst/>
          </a:prstGeom>
          <a:noFill/>
        </p:spPr>
        <p:txBody>
          <a:bodyPr wrap="square">
            <a:normAutofit fontScale="90000"/>
          </a:bodyPr>
          <a:lstStyle/>
          <a:p>
            <a:r>
              <a:rPr sz="1000" b="0">
                <a:solidFill>
                  <a:schemeClr val="tx1"/>
                </a:solidFill>
              </a:rPr>
              <a:t>Draft</a:t>
            </a:r>
            <a:endParaRPr sz="1000" b="0">
              <a:solidFill>
                <a:schemeClr val="tx1"/>
              </a:solidFill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custDataLst>
              <p:tags r:id="rId2"/>
            </p:custDataLst>
          </p:nvPr>
        </p:nvGraphicFramePr>
        <p:xfrm>
          <a:off x="320040" y="1024128"/>
          <a:ext cx="850392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25980"/>
                <a:gridCol w="2125980"/>
                <a:gridCol w="2125980"/>
                <a:gridCol w="2125980"/>
              </a:tblGrid>
              <a:tr h="493776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chemeClr val="bg1"/>
                          </a:solidFill>
                        </a:rPr>
                        <a:t>Time</a:t>
                      </a:r>
                      <a:endParaRPr sz="900" b="1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chemeClr val="bg1"/>
                          </a:solidFill>
                        </a:rPr>
                        <a:t>Event</a:t>
                      </a:r>
                      <a:endParaRPr sz="900" b="1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chemeClr val="bg1"/>
                          </a:solidFill>
                        </a:rPr>
                        <a:t>Phase</a:t>
                      </a:r>
                      <a:endParaRPr sz="900" b="1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chemeClr val="bg1"/>
                          </a:solidFill>
                        </a:rPr>
                        <a:t>Severity</a:t>
                      </a:r>
                      <a:endParaRPr sz="900" b="1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chemeClr val="tx1"/>
                          </a:solidFill>
                        </a:rPr>
                        <a:t>09:05</a:t>
                      </a:r>
                      <a:endParaRPr sz="8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chemeClr val="tx1"/>
                          </a:solidFill>
                        </a:rPr>
                        <a:t>Alert fired for checkout latency</a:t>
                      </a:r>
                      <a:endParaRPr sz="8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chemeClr val="tx1"/>
                          </a:solidFill>
                        </a:rPr>
                        <a:t>Detection</a:t>
                      </a:r>
                      <a:endParaRPr sz="8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chemeClr val="tx1"/>
                          </a:solidFill>
                        </a:rPr>
                        <a:t>S1</a:t>
                      </a:r>
                      <a:endParaRPr sz="8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chemeClr val="tx1"/>
                          </a:solidFill>
                        </a:rPr>
                        <a:t>09:18</a:t>
                      </a:r>
                      <a:endParaRPr sz="8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chemeClr val="tx1"/>
                          </a:solidFill>
                        </a:rPr>
                        <a:t>Payments failover started</a:t>
                      </a:r>
                      <a:endParaRPr sz="8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chemeClr val="tx1"/>
                          </a:solidFill>
                        </a:rPr>
                        <a:t>Containment</a:t>
                      </a:r>
                      <a:endParaRPr sz="8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chemeClr val="tx1"/>
                          </a:solidFill>
                        </a:rPr>
                        <a:t>S1</a:t>
                      </a:r>
                      <a:endParaRPr sz="8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chemeClr val="tx1"/>
                          </a:solidFill>
                        </a:rPr>
                        <a:t>09:42</a:t>
                      </a:r>
                      <a:endParaRPr sz="8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chemeClr val="tx1"/>
                          </a:solidFill>
                        </a:rPr>
                        <a:t>Checkout latency returned below threshold</a:t>
                      </a:r>
                      <a:endParaRPr sz="8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chemeClr val="tx1"/>
                          </a:solidFill>
                        </a:rPr>
                        <a:t>Recovery</a:t>
                      </a:r>
                      <a:endParaRPr sz="8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chemeClr val="tx1"/>
                          </a:solidFill>
                        </a:rPr>
                        <a:t>S2</a:t>
                      </a:r>
                      <a:endParaRPr sz="8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chemeClr val="tx1"/>
                          </a:solidFill>
                        </a:rPr>
                        <a:t>10:15</a:t>
                      </a:r>
                      <a:endParaRPr sz="8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chemeClr val="tx1"/>
                          </a:solidFill>
                        </a:rPr>
                        <a:t>Comms update published to support</a:t>
                      </a:r>
                      <a:endParaRPr sz="8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chemeClr val="tx1"/>
                          </a:solidFill>
                        </a:rPr>
                        <a:t>Communication</a:t>
                      </a:r>
                      <a:endParaRPr sz="8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chemeClr val="tx1"/>
                          </a:solidFill>
                        </a:rPr>
                        <a:t>S2</a:t>
                      </a:r>
                      <a:endParaRPr sz="8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标题 5"/>
          <p:cNvSpPr txBox="1">
            <a:spLocks noGrp="1"/>
          </p:cNvSpPr>
          <p:nvPr>
            <p:ph type="title" idx="2"/>
            <p:custDataLst>
              <p:tags r:id="rId3"/>
            </p:custDataLst>
          </p:nvPr>
        </p:nvSpPr>
        <p:spPr>
          <a:noFill/>
        </p:spPr>
        <p:txBody>
          <a:bodyPr vert="horz" wrap="square" lIns="91440" tIns="0" rIns="91440" bIns="0" rtlCol="0" anchor="b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10000"/>
              </a:lnSpc>
              <a:buClrTx/>
              <a:buSzTx/>
              <a:buFontTx/>
              <a:buNone/>
              <a:defRPr kumimoji="0" lang="zh-CN" altLang="en-US" sz="2400" b="0" i="0" u="none" strike="noStrike" kern="1200" cap="none" spc="0" normalizeH="0" baseline="0" noProof="1" dirty="0">
                <a:solidFill>
                  <a:schemeClr val="accent1"/>
                </a:solidFill>
                <a:latin typeface="+mj-ea"/>
                <a:ea typeface="+mj-ea"/>
                <a:cs typeface="MiSans Normal" panose="00000500000000000000" charset="-122"/>
                <a:sym typeface="+mn-ea"/>
              </a:defRPr>
            </a:lvl1pPr>
          </a:lstStyle>
          <a:p>
            <a:pPr lvl="0" algn="l"/>
            <a:r>
              <a:rPr>
                <a:sym typeface="+mn-ea"/>
              </a:rPr>
              <a:t>Timeline</a:t>
            </a:r>
            <a:endParaRPr>
              <a:sym typeface="+mn-ea"/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>
            <p:custDataLst>
              <p:tags r:id="rId1"/>
            </p:custDataLst>
          </p:nvPr>
        </p:nvSpPr>
        <p:spPr>
          <a:xfrm>
            <a:off x="438912" y="694944"/>
            <a:ext cx="482600" cy="245110"/>
          </a:xfrm>
          <a:prstGeom prst="rect">
            <a:avLst/>
          </a:prstGeom>
          <a:noFill/>
        </p:spPr>
        <p:txBody>
          <a:bodyPr wrap="square">
            <a:normAutofit fontScale="90000"/>
          </a:bodyPr>
          <a:lstStyle/>
          <a:p>
            <a:r>
              <a:rPr sz="1000" b="0">
                <a:solidFill>
                  <a:schemeClr val="tx1"/>
                </a:solidFill>
              </a:rPr>
              <a:t>Draft</a:t>
            </a:r>
            <a:endParaRPr sz="1000" b="0">
              <a:solidFill>
                <a:schemeClr val="tx1"/>
              </a:solidFill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custDataLst>
              <p:tags r:id="rId2"/>
            </p:custDataLst>
          </p:nvPr>
        </p:nvGraphicFramePr>
        <p:xfrm>
          <a:off x="320040" y="1078992"/>
          <a:ext cx="850392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25980"/>
                <a:gridCol w="2125980"/>
                <a:gridCol w="2125980"/>
                <a:gridCol w="2125980"/>
              </a:tblGrid>
              <a:tr h="54864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chemeClr val="bg1"/>
                          </a:solidFill>
                        </a:rPr>
                        <a:t>Decision ID</a:t>
                      </a:r>
                      <a:endParaRPr sz="900" b="1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chemeClr val="bg1"/>
                          </a:solidFill>
                        </a:rPr>
                        <a:t>Decision</a:t>
                      </a:r>
                      <a:endParaRPr sz="900" b="1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chemeClr val="bg1"/>
                          </a:solidFill>
                        </a:rPr>
                        <a:t>Outcome</a:t>
                      </a:r>
                      <a:endParaRPr sz="900" b="1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chemeClr val="bg1"/>
                          </a:solidFill>
                        </a:rPr>
                        <a:t>Note</a:t>
                      </a:r>
                      <a:endParaRPr sz="900" b="1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chemeClr val="tx1"/>
                          </a:solidFill>
                        </a:rPr>
                        <a:t>D-14</a:t>
                      </a:r>
                      <a:endParaRPr sz="8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chemeClr val="tx1"/>
                          </a:solidFill>
                        </a:rPr>
                        <a:t>Declare external incident</a:t>
                      </a:r>
                      <a:endParaRPr sz="8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chemeClr val="tx1"/>
                          </a:solidFill>
                        </a:rPr>
                        <a:t>Approved</a:t>
                      </a:r>
                      <a:endParaRPr sz="8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chemeClr val="tx1"/>
                          </a:solidFill>
                        </a:rPr>
                        <a:t>Use S1 until 09:42, then S2</a:t>
                      </a:r>
                      <a:endParaRPr sz="8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chemeClr val="tx1"/>
                          </a:solidFill>
                        </a:rPr>
                        <a:t>D-15</a:t>
                      </a:r>
                      <a:endParaRPr sz="8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chemeClr val="tx1"/>
                          </a:solidFill>
                        </a:rPr>
                        <a:t>Send proactive customer FAQ</a:t>
                      </a:r>
                      <a:endParaRPr sz="8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chemeClr val="tx1"/>
                          </a:solidFill>
                        </a:rPr>
                        <a:t>Approved</a:t>
                      </a:r>
                      <a:endParaRPr sz="8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chemeClr val="tx1"/>
                          </a:solidFill>
                        </a:rPr>
                        <a:t>Owner Luis Romero</a:t>
                      </a:r>
                      <a:endParaRPr sz="8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>
            <p:custDataLst>
              <p:tags r:id="rId3"/>
            </p:custDataLst>
          </p:nvPr>
        </p:nvSpPr>
        <p:spPr>
          <a:xfrm>
            <a:off x="548640" y="3154680"/>
            <a:ext cx="5210175" cy="291465"/>
          </a:xfrm>
          <a:prstGeom prst="rect">
            <a:avLst/>
          </a:prstGeom>
          <a:noFill/>
        </p:spPr>
        <p:txBody>
          <a:bodyPr wrap="square">
            <a:normAutofit fontScale="90000" lnSpcReduction="10000"/>
          </a:bodyPr>
          <a:lstStyle/>
          <a:p>
            <a:r>
              <a:rPr sz="1300" b="1">
                <a:solidFill>
                  <a:schemeClr val="accent1">
                    <a:lumMod val="50000"/>
                  </a:schemeClr>
                </a:solidFill>
              </a:rPr>
              <a:t>Rejected decision D-16 is excluded from the final release pack.</a:t>
            </a:r>
            <a:endParaRPr sz="1300" b="1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7" name="标题 6"/>
          <p:cNvSpPr txBox="1">
            <a:spLocks noGrp="1"/>
          </p:cNvSpPr>
          <p:nvPr>
            <p:ph type="title" idx="2"/>
            <p:custDataLst>
              <p:tags r:id="rId4"/>
            </p:custDataLst>
          </p:nvPr>
        </p:nvSpPr>
        <p:spPr>
          <a:noFill/>
        </p:spPr>
        <p:txBody>
          <a:bodyPr vert="horz" wrap="square" lIns="91440" tIns="0" rIns="91440" bIns="0" rtlCol="0" anchor="b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10000"/>
              </a:lnSpc>
              <a:buClrTx/>
              <a:buSzTx/>
              <a:buFontTx/>
              <a:buNone/>
              <a:defRPr kumimoji="0" lang="zh-CN" altLang="en-US" sz="2400" b="0" i="0" u="none" strike="noStrike" kern="1200" cap="none" spc="0" normalizeH="0" baseline="0" noProof="1" dirty="0">
                <a:solidFill>
                  <a:schemeClr val="accent1"/>
                </a:solidFill>
                <a:latin typeface="+mj-ea"/>
                <a:ea typeface="+mj-ea"/>
                <a:cs typeface="MiSans Normal" panose="00000500000000000000" charset="-122"/>
                <a:sym typeface="+mn-ea"/>
              </a:defRPr>
            </a:lvl1pPr>
          </a:lstStyle>
          <a:p>
            <a:pPr lvl="0" algn="l"/>
            <a:r>
              <a:rPr>
                <a:sym typeface="+mn-ea"/>
              </a:rPr>
              <a:t>Decision Summary</a:t>
            </a:r>
            <a:endParaRPr>
              <a:sym typeface="+mn-ea"/>
            </a:endParaRPr>
          </a:p>
        </p:txBody>
      </p:sp>
    </p:spTree>
    <p:custDataLst>
      <p:tags r:id="rId5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>
            <p:custDataLst>
              <p:tags r:id="rId1"/>
            </p:custDataLst>
          </p:nvPr>
        </p:nvSpPr>
        <p:spPr>
          <a:xfrm>
            <a:off x="438912" y="694944"/>
            <a:ext cx="482600" cy="245110"/>
          </a:xfrm>
          <a:prstGeom prst="rect">
            <a:avLst/>
          </a:prstGeom>
          <a:noFill/>
        </p:spPr>
        <p:txBody>
          <a:bodyPr wrap="square">
            <a:normAutofit fontScale="90000"/>
          </a:bodyPr>
          <a:lstStyle/>
          <a:p>
            <a:r>
              <a:rPr sz="1000" b="0">
                <a:solidFill>
                  <a:schemeClr val="tx1"/>
                </a:solidFill>
              </a:rPr>
              <a:t>Draft</a:t>
            </a:r>
            <a:endParaRPr sz="1000" b="0">
              <a:solidFill>
                <a:schemeClr val="tx1"/>
              </a:solidFill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custDataLst>
              <p:tags r:id="rId2"/>
            </p:custDataLst>
          </p:nvPr>
        </p:nvGraphicFramePr>
        <p:xfrm>
          <a:off x="256032" y="1024128"/>
          <a:ext cx="8641080" cy="2240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8216"/>
                <a:gridCol w="1728216"/>
                <a:gridCol w="1728216"/>
                <a:gridCol w="1728216"/>
                <a:gridCol w="1728216"/>
              </a:tblGrid>
              <a:tr h="56007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chemeClr val="bg1"/>
                          </a:solidFill>
                        </a:rPr>
                        <a:t>Action ID</a:t>
                      </a:r>
                      <a:endParaRPr sz="900" b="1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chemeClr val="bg1"/>
                          </a:solidFill>
                        </a:rPr>
                        <a:t>Action</a:t>
                      </a:r>
                      <a:endParaRPr sz="900" b="1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chemeClr val="bg1"/>
                          </a:solidFill>
                        </a:rPr>
                        <a:t>Owner</a:t>
                      </a:r>
                      <a:endParaRPr sz="900" b="1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chemeClr val="bg1"/>
                          </a:solidFill>
                        </a:rPr>
                        <a:t>Due Date</a:t>
                      </a:r>
                      <a:endParaRPr sz="900" b="1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chemeClr val="bg1"/>
                          </a:solidFill>
                        </a:rPr>
                        <a:t>Status</a:t>
                      </a:r>
                      <a:endParaRPr sz="900" b="1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chemeClr val="tx1"/>
                          </a:solidFill>
                        </a:rPr>
                        <a:t>IR-21</a:t>
                      </a:r>
                      <a:endParaRPr sz="8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chemeClr val="tx1"/>
                          </a:solidFill>
                        </a:rPr>
                        <a:t>Patch retry backoff in payment gateway</a:t>
                      </a:r>
                      <a:endParaRPr sz="8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chemeClr val="tx1"/>
                          </a:solidFill>
                        </a:rPr>
                        <a:t>Dana Kim</a:t>
                      </a:r>
                      <a:endParaRPr sz="8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chemeClr val="tx1"/>
                          </a:solidFill>
                        </a:rPr>
                        <a:t>2026-08-03</a:t>
                      </a:r>
                      <a:endParaRPr sz="8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chemeClr val="tx1"/>
                          </a:solidFill>
                        </a:rPr>
                        <a:t>Open</a:t>
                      </a:r>
                      <a:endParaRPr sz="8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chemeClr val="tx1"/>
                          </a:solidFill>
                        </a:rPr>
                        <a:t>IR-22</a:t>
                      </a:r>
                      <a:endParaRPr sz="8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chemeClr val="tx1"/>
                          </a:solidFill>
                        </a:rPr>
                        <a:t>Publish customer-facing incident FAQ</a:t>
                      </a:r>
                      <a:endParaRPr sz="8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chemeClr val="tx1"/>
                          </a:solidFill>
                        </a:rPr>
                        <a:t>Luis Romero</a:t>
                      </a:r>
                      <a:endParaRPr sz="8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chemeClr val="tx1"/>
                          </a:solidFill>
                        </a:rPr>
                        <a:t>2026-08-04</a:t>
                      </a:r>
                      <a:endParaRPr sz="8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chemeClr val="tx1"/>
                          </a:solidFill>
                        </a:rPr>
                        <a:t>Watch</a:t>
                      </a:r>
                      <a:endParaRPr sz="8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chemeClr val="tx1"/>
                          </a:solidFill>
                        </a:rPr>
                        <a:t>IR-23</a:t>
                      </a:r>
                      <a:endParaRPr sz="8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chemeClr val="tx1"/>
                          </a:solidFill>
                        </a:rPr>
                        <a:t>Add synthetic checkout monitor</a:t>
                      </a:r>
                      <a:endParaRPr sz="8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chemeClr val="tx1"/>
                          </a:solidFill>
                        </a:rPr>
                        <a:t>Nora Singh</a:t>
                      </a:r>
                      <a:endParaRPr sz="8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chemeClr val="tx1"/>
                          </a:solidFill>
                        </a:rPr>
                        <a:t>2026-08-07</a:t>
                      </a:r>
                      <a:endParaRPr sz="8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chemeClr val="tx1"/>
                          </a:solidFill>
                        </a:rPr>
                        <a:t>Open</a:t>
                      </a:r>
                      <a:endParaRPr sz="8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</a:tr>
            </a:tbl>
          </a:graphicData>
        </a:graphic>
      </p:graphicFrame>
      <p:sp>
        <p:nvSpPr>
          <p:cNvPr id="6" name="标题 5"/>
          <p:cNvSpPr txBox="1">
            <a:spLocks noGrp="1"/>
          </p:cNvSpPr>
          <p:nvPr>
            <p:ph type="title" idx="2"/>
            <p:custDataLst>
              <p:tags r:id="rId3"/>
            </p:custDataLst>
          </p:nvPr>
        </p:nvSpPr>
        <p:spPr>
          <a:noFill/>
        </p:spPr>
        <p:txBody>
          <a:bodyPr vert="horz" wrap="square" lIns="91440" tIns="0" rIns="91440" bIns="0" rtlCol="0" anchor="b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10000"/>
              </a:lnSpc>
              <a:buClrTx/>
              <a:buSzTx/>
              <a:buFontTx/>
              <a:buNone/>
              <a:defRPr kumimoji="0" lang="zh-CN" altLang="en-US" sz="2400" b="0" i="0" u="none" strike="noStrike" kern="1200" cap="none" spc="0" normalizeH="0" baseline="0" noProof="1" dirty="0">
                <a:solidFill>
                  <a:schemeClr val="accent1"/>
                </a:solidFill>
                <a:latin typeface="+mj-ea"/>
                <a:ea typeface="+mj-ea"/>
                <a:cs typeface="MiSans Normal" panose="00000500000000000000" charset="-122"/>
                <a:sym typeface="+mn-ea"/>
              </a:defRPr>
            </a:lvl1pPr>
          </a:lstStyle>
          <a:p>
            <a:pPr lvl="0" algn="l"/>
            <a:r>
              <a:rPr>
                <a:sym typeface="+mn-ea"/>
              </a:rPr>
              <a:t>Action Plan</a:t>
            </a:r>
            <a:endParaRPr>
              <a:sym typeface="+mn-ea"/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>
            <p:custDataLst>
              <p:tags r:id="rId1"/>
            </p:custDataLst>
          </p:nvPr>
        </p:nvSpPr>
        <p:spPr>
          <a:xfrm>
            <a:off x="438912" y="694944"/>
            <a:ext cx="482600" cy="245110"/>
          </a:xfrm>
          <a:prstGeom prst="rect">
            <a:avLst/>
          </a:prstGeom>
          <a:noFill/>
        </p:spPr>
        <p:txBody>
          <a:bodyPr wrap="square">
            <a:normAutofit fontScale="90000"/>
          </a:bodyPr>
          <a:lstStyle/>
          <a:p>
            <a:r>
              <a:rPr sz="1000" b="0">
                <a:solidFill>
                  <a:schemeClr val="tx1"/>
                </a:solidFill>
              </a:rPr>
              <a:t>Draft</a:t>
            </a:r>
            <a:endParaRPr sz="1000" b="0">
              <a:solidFill>
                <a:schemeClr val="tx1"/>
              </a:solidFill>
            </a:endParaRPr>
          </a:p>
        </p:txBody>
      </p:sp>
      <p:sp>
        <p:nvSpPr>
          <p:cNvPr id="4" name="TextBox 3"/>
          <p:cNvSpPr txBox="1"/>
          <p:nvPr>
            <p:custDataLst>
              <p:tags r:id="rId2"/>
            </p:custDataLst>
          </p:nvPr>
        </p:nvSpPr>
        <p:spPr>
          <a:xfrm>
            <a:off x="640080" y="1097280"/>
            <a:ext cx="3032125" cy="321945"/>
          </a:xfrm>
          <a:prstGeom prst="rect">
            <a:avLst/>
          </a:prstGeom>
          <a:noFill/>
        </p:spPr>
        <p:txBody>
          <a:bodyPr wrap="square">
            <a:normAutofit fontScale="90000" lnSpcReduction="20000"/>
          </a:bodyPr>
          <a:lstStyle/>
          <a:p>
            <a:r>
              <a:rPr sz="1500" b="0">
                <a:solidFill>
                  <a:schemeClr val="tx1"/>
                </a:solidFill>
              </a:rPr>
              <a:t>Customer message placeholder.</a:t>
            </a:r>
            <a:endParaRPr sz="1500" b="0">
              <a:solidFill>
                <a:schemeClr val="tx1"/>
              </a:solidFill>
            </a:endParaRPr>
          </a:p>
        </p:txBody>
      </p:sp>
      <p:sp>
        <p:nvSpPr>
          <p:cNvPr id="5" name="TextBox 4"/>
          <p:cNvSpPr txBox="1"/>
          <p:nvPr>
            <p:custDataLst>
              <p:tags r:id="rId3"/>
            </p:custDataLst>
          </p:nvPr>
        </p:nvSpPr>
        <p:spPr>
          <a:xfrm>
            <a:off x="640080" y="1627631"/>
            <a:ext cx="1661160" cy="321945"/>
          </a:xfrm>
          <a:prstGeom prst="rect">
            <a:avLst/>
          </a:prstGeom>
          <a:noFill/>
        </p:spPr>
        <p:txBody>
          <a:bodyPr wrap="square">
            <a:normAutofit fontScale="90000" lnSpcReduction="20000"/>
          </a:bodyPr>
          <a:lstStyle/>
          <a:p>
            <a:r>
              <a:rPr sz="1500" b="0">
                <a:solidFill>
                  <a:schemeClr val="tx1"/>
                </a:solidFill>
              </a:rPr>
              <a:t>FAQ owner: TBD</a:t>
            </a:r>
            <a:endParaRPr sz="1500" b="0">
              <a:solidFill>
                <a:schemeClr val="tx1"/>
              </a:solidFill>
            </a:endParaRPr>
          </a:p>
        </p:txBody>
      </p:sp>
      <p:sp>
        <p:nvSpPr>
          <p:cNvPr id="6" name="TextBox 5"/>
          <p:cNvSpPr txBox="1"/>
          <p:nvPr>
            <p:custDataLst>
              <p:tags r:id="rId4"/>
            </p:custDataLst>
          </p:nvPr>
        </p:nvSpPr>
        <p:spPr>
          <a:xfrm>
            <a:off x="640080" y="2157984"/>
            <a:ext cx="3315335" cy="321945"/>
          </a:xfrm>
          <a:prstGeom prst="rect">
            <a:avLst/>
          </a:prstGeom>
          <a:noFill/>
        </p:spPr>
        <p:txBody>
          <a:bodyPr wrap="square">
            <a:normAutofit fontScale="90000" lnSpcReduction="20000"/>
          </a:bodyPr>
          <a:lstStyle/>
          <a:p>
            <a:r>
              <a:rPr sz="1500" b="0">
                <a:solidFill>
                  <a:schemeClr val="tx1"/>
                </a:solidFill>
              </a:rPr>
              <a:t>Mention pricing launch email delay.</a:t>
            </a:r>
            <a:endParaRPr sz="1500" b="0">
              <a:solidFill>
                <a:schemeClr val="tx1"/>
              </a:solidFill>
            </a:endParaRPr>
          </a:p>
        </p:txBody>
      </p:sp>
      <p:sp>
        <p:nvSpPr>
          <p:cNvPr id="8" name="标题 7"/>
          <p:cNvSpPr txBox="1">
            <a:spLocks noGrp="1"/>
          </p:cNvSpPr>
          <p:nvPr>
            <p:ph type="title" idx="2"/>
            <p:custDataLst>
              <p:tags r:id="rId5"/>
            </p:custDataLst>
          </p:nvPr>
        </p:nvSpPr>
        <p:spPr>
          <a:noFill/>
        </p:spPr>
        <p:txBody>
          <a:bodyPr vert="horz" wrap="square" lIns="91440" tIns="0" rIns="91440" bIns="0" rtlCol="0" anchor="b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10000"/>
              </a:lnSpc>
              <a:buClrTx/>
              <a:buSzTx/>
              <a:buFontTx/>
              <a:buNone/>
              <a:defRPr kumimoji="0" lang="zh-CN" altLang="en-US" sz="2400" b="0" i="0" u="none" strike="noStrike" kern="1200" cap="none" spc="0" normalizeH="0" baseline="0" noProof="1" dirty="0">
                <a:solidFill>
                  <a:schemeClr val="accent1"/>
                </a:solidFill>
                <a:latin typeface="+mj-ea"/>
                <a:ea typeface="+mj-ea"/>
                <a:cs typeface="MiSans Normal" panose="00000500000000000000" charset="-122"/>
                <a:sym typeface="+mn-ea"/>
              </a:defRPr>
            </a:lvl1pPr>
          </a:lstStyle>
          <a:p>
            <a:pPr lvl="0" algn="l"/>
            <a:r>
              <a:rPr>
                <a:sym typeface="+mn-ea"/>
              </a:rPr>
              <a:t>Customer Message</a:t>
            </a:r>
            <a:endParaRPr>
              <a:sym typeface="+mn-ea"/>
            </a:endParaRPr>
          </a:p>
        </p:txBody>
      </p:sp>
    </p:spTree>
    <p:custDataLst>
      <p:tags r:id="rId6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>
            <p:custDataLst>
              <p:tags r:id="rId1"/>
            </p:custDataLst>
          </p:nvPr>
        </p:nvSpPr>
        <p:spPr>
          <a:xfrm>
            <a:off x="438912" y="694944"/>
            <a:ext cx="482600" cy="245110"/>
          </a:xfrm>
          <a:prstGeom prst="rect">
            <a:avLst/>
          </a:prstGeom>
          <a:noFill/>
        </p:spPr>
        <p:txBody>
          <a:bodyPr wrap="square">
            <a:normAutofit fontScale="90000"/>
          </a:bodyPr>
          <a:lstStyle/>
          <a:p>
            <a:r>
              <a:rPr sz="1000" b="0">
                <a:solidFill>
                  <a:schemeClr val="tx1"/>
                </a:solidFill>
              </a:rPr>
              <a:t>Draft</a:t>
            </a:r>
            <a:endParaRPr sz="1000" b="0">
              <a:solidFill>
                <a:schemeClr val="tx1"/>
              </a:solidFill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custDataLst>
              <p:tags r:id="rId2"/>
            </p:custDataLst>
          </p:nvPr>
        </p:nvGraphicFramePr>
        <p:xfrm>
          <a:off x="256032" y="1024128"/>
          <a:ext cx="864108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8216"/>
                <a:gridCol w="1728216"/>
                <a:gridCol w="1728216"/>
                <a:gridCol w="1728216"/>
                <a:gridCol w="1728216"/>
              </a:tblGrid>
              <a:tr h="45720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chemeClr val="bg1"/>
                          </a:solidFill>
                        </a:rPr>
                        <a:t>Action ID</a:t>
                      </a:r>
                      <a:endParaRPr sz="900" b="1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chemeClr val="bg1"/>
                          </a:solidFill>
                        </a:rPr>
                        <a:t>Action</a:t>
                      </a:r>
                      <a:endParaRPr sz="900" b="1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chemeClr val="bg1"/>
                          </a:solidFill>
                        </a:rPr>
                        <a:t>Owner</a:t>
                      </a:r>
                      <a:endParaRPr sz="900" b="1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chemeClr val="bg1"/>
                          </a:solidFill>
                        </a:rPr>
                        <a:t>Due Date</a:t>
                      </a:r>
                      <a:endParaRPr sz="900" b="1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chemeClr val="bg1"/>
                          </a:solidFill>
                        </a:rPr>
                        <a:t>Status</a:t>
                      </a:r>
                      <a:endParaRPr sz="900" b="1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chemeClr val="tx1"/>
                          </a:solidFill>
                        </a:rPr>
                        <a:t>REF</a:t>
                      </a:r>
                      <a:endParaRPr sz="8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chemeClr val="tx1"/>
                          </a:solidFill>
                        </a:rPr>
                        <a:t>Action</a:t>
                      </a:r>
                      <a:endParaRPr sz="8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chemeClr val="tx1"/>
                          </a:solidFill>
                        </a:rPr>
                        <a:t>Owner</a:t>
                      </a:r>
                      <a:endParaRPr sz="8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chemeClr val="tx1"/>
                          </a:solidFill>
                        </a:rPr>
                        <a:t>Date</a:t>
                      </a:r>
                      <a:endParaRPr sz="8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chemeClr val="tx1"/>
                          </a:solidFill>
                        </a:rPr>
                        <a:t>Status</a:t>
                      </a:r>
                      <a:endParaRPr sz="8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</a:tr>
            </a:tbl>
          </a:graphicData>
        </a:graphic>
      </p:graphicFrame>
      <p:sp>
        <p:nvSpPr>
          <p:cNvPr id="6" name="标题 5"/>
          <p:cNvSpPr txBox="1">
            <a:spLocks noGrp="1"/>
          </p:cNvSpPr>
          <p:nvPr>
            <p:ph type="title" idx="2"/>
            <p:custDataLst>
              <p:tags r:id="rId3"/>
            </p:custDataLst>
          </p:nvPr>
        </p:nvSpPr>
        <p:spPr>
          <a:noFill/>
        </p:spPr>
        <p:txBody>
          <a:bodyPr vert="horz" wrap="square" lIns="91440" tIns="0" rIns="91440" bIns="0" rtlCol="0" anchor="b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10000"/>
              </a:lnSpc>
              <a:buClrTx/>
              <a:buSzTx/>
              <a:buFontTx/>
              <a:buNone/>
              <a:defRPr kumimoji="0" lang="zh-CN" altLang="en-US" sz="2400" b="0" i="0" u="none" strike="noStrike" kern="1200" cap="none" spc="0" normalizeH="0" baseline="0" noProof="1" dirty="0">
                <a:solidFill>
                  <a:schemeClr val="accent1"/>
                </a:solidFill>
                <a:latin typeface="+mj-ea"/>
                <a:ea typeface="+mj-ea"/>
                <a:cs typeface="MiSans Normal" panose="00000500000000000000" charset="-122"/>
                <a:sym typeface="+mn-ea"/>
              </a:defRPr>
            </a:lvl1pPr>
          </a:lstStyle>
          <a:p>
            <a:pPr lvl="0" algn="l"/>
            <a:r>
              <a:rPr>
                <a:sym typeface="+mn-ea"/>
              </a:rPr>
              <a:t>Reference - Action Table</a:t>
            </a:r>
            <a:endParaRPr>
              <a:sym typeface="+mn-ea"/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>
            <p:custDataLst>
              <p:tags r:id="rId1"/>
            </p:custDataLst>
          </p:nvPr>
        </p:nvSpPr>
        <p:spPr>
          <a:xfrm>
            <a:off x="438912" y="694944"/>
            <a:ext cx="482600" cy="245110"/>
          </a:xfrm>
          <a:prstGeom prst="rect">
            <a:avLst/>
          </a:prstGeom>
          <a:noFill/>
        </p:spPr>
        <p:txBody>
          <a:bodyPr wrap="square">
            <a:normAutofit fontScale="90000"/>
          </a:bodyPr>
          <a:lstStyle/>
          <a:p>
            <a:r>
              <a:rPr sz="1000" b="0">
                <a:solidFill>
                  <a:schemeClr val="tx1"/>
                </a:solidFill>
              </a:rPr>
              <a:t>Draft</a:t>
            </a:r>
            <a:endParaRPr sz="1000" b="0">
              <a:solidFill>
                <a:schemeClr val="tx1"/>
              </a:solidFill>
            </a:endParaRPr>
          </a:p>
        </p:txBody>
      </p:sp>
      <p:sp>
        <p:nvSpPr>
          <p:cNvPr id="4" name="TextBox 3"/>
          <p:cNvSpPr txBox="1"/>
          <p:nvPr>
            <p:custDataLst>
              <p:tags r:id="rId2"/>
            </p:custDataLst>
          </p:nvPr>
        </p:nvSpPr>
        <p:spPr>
          <a:xfrm>
            <a:off x="640080" y="1280160"/>
            <a:ext cx="6701155" cy="337185"/>
          </a:xfrm>
          <a:prstGeom prst="rect">
            <a:avLst/>
          </a:prstGeom>
          <a:noFill/>
        </p:spPr>
        <p:txBody>
          <a:bodyPr wrap="square">
            <a:normAutofit fontScale="90000"/>
          </a:bodyPr>
          <a:lstStyle/>
          <a:p>
            <a:r>
              <a:rPr sz="1600" b="1">
                <a:solidFill>
                  <a:schemeClr val="accent1">
                    <a:lumMod val="50000"/>
                  </a:schemeClr>
                </a:solidFill>
              </a:rPr>
              <a:t>LOCKED MESSAGE LAYOUT: keep this reference slide unchanged.</a:t>
            </a:r>
            <a:endParaRPr sz="1600" b="1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5" name="TextBox 4"/>
          <p:cNvSpPr txBox="1"/>
          <p:nvPr>
            <p:custDataLst>
              <p:tags r:id="rId3"/>
            </p:custDataLst>
          </p:nvPr>
        </p:nvSpPr>
        <p:spPr>
          <a:xfrm>
            <a:off x="640080" y="1828800"/>
            <a:ext cx="3376930" cy="306705"/>
          </a:xfrm>
          <a:prstGeom prst="rect">
            <a:avLst/>
          </a:prstGeom>
          <a:noFill/>
        </p:spPr>
        <p:txBody>
          <a:bodyPr wrap="square">
            <a:normAutofit fontScale="90000" lnSpcReduction="10000"/>
          </a:bodyPr>
          <a:lstStyle/>
          <a:p>
            <a:r>
              <a:rPr sz="1400" b="0">
                <a:solidFill>
                  <a:schemeClr val="tx1"/>
                </a:solidFill>
              </a:rPr>
              <a:t>Message headline | Owner | Exclusions</a:t>
            </a:r>
            <a:endParaRPr sz="1400" b="0">
              <a:solidFill>
                <a:schemeClr val="tx1"/>
              </a:solidFill>
            </a:endParaRPr>
          </a:p>
        </p:txBody>
      </p:sp>
      <p:sp>
        <p:nvSpPr>
          <p:cNvPr id="7" name="标题 6"/>
          <p:cNvSpPr txBox="1">
            <a:spLocks noGrp="1"/>
          </p:cNvSpPr>
          <p:nvPr>
            <p:ph type="title" idx="2"/>
            <p:custDataLst>
              <p:tags r:id="rId4"/>
            </p:custDataLst>
          </p:nvPr>
        </p:nvSpPr>
        <p:spPr>
          <a:noFill/>
        </p:spPr>
        <p:txBody>
          <a:bodyPr vert="horz" wrap="square" lIns="91440" tIns="0" rIns="91440" bIns="0" rtlCol="0" anchor="b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10000"/>
              </a:lnSpc>
              <a:buClrTx/>
              <a:buSzTx/>
              <a:buFontTx/>
              <a:buNone/>
              <a:defRPr kumimoji="0" lang="zh-CN" altLang="en-US" sz="2400" b="0" i="0" u="none" strike="noStrike" kern="1200" cap="none" spc="0" normalizeH="0" baseline="0" noProof="1" dirty="0">
                <a:solidFill>
                  <a:schemeClr val="accent1"/>
                </a:solidFill>
                <a:latin typeface="+mj-ea"/>
                <a:ea typeface="+mj-ea"/>
                <a:cs typeface="MiSans Normal" panose="00000500000000000000" charset="-122"/>
                <a:sym typeface="+mn-ea"/>
              </a:defRPr>
            </a:lvl1pPr>
          </a:lstStyle>
          <a:p>
            <a:pPr lvl="0" algn="l"/>
            <a:r>
              <a:rPr>
                <a:sym typeface="+mn-ea"/>
              </a:rPr>
              <a:t>Reference - Message Layout</a:t>
            </a:r>
            <a:endParaRPr>
              <a:sym typeface="+mn-ea"/>
            </a:endParaRPr>
          </a:p>
        </p:txBody>
      </p:sp>
    </p:spTree>
    <p:custDataLst>
      <p:tags r:id="rId5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*i*1"/>
  <p:tag name="KSO_WM_UNIT_LAYERLEVEL" val="1"/>
  <p:tag name="KSO_WM_TAG_VERSION" val="3.0"/>
</p:tagLst>
</file>

<file path=ppt/tags/tag2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LINE_FORE_SCHEMECOLOR_INDEX_BRIGHTNESS" val="0.4"/>
  <p:tag name="KSO_WM_UNIT_LINE_FORE_SCHEMECOLOR_INDEX" val="5"/>
  <p:tag name="KSO_WM_UNIT_LINE_FILL_TYPE" val="2"/>
  <p:tag name="KSO_WM_UNIT_TEXT_FILL_FORE_SCHEMECOLOR_INDEX_BRIGHTNESS" val="0"/>
  <p:tag name="KSO_WM_UNIT_TEXT_FILL_FORE_SCHEMECOLOR_INDEX" val="2"/>
  <p:tag name="KSO_WM_UNIT_TEXT_FILL_TYPE" val="1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*i*2"/>
  <p:tag name="KSO_WM_UNIT_LAYERLEVEL" val="1"/>
  <p:tag name="KSO_WM_TAG_VERSION" val="3.0"/>
</p:tagLst>
</file>

<file path=ppt/tags/tag3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4"/>
  <p:tag name="KSO_WM_UNIT_TEXT_FILL_TYPE" val="1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*i*3"/>
  <p:tag name="KSO_WM_UNIT_LAYERLEVEL" val="1"/>
  <p:tag name="KSO_WM_TAG_VERSION" val="3.0"/>
</p:tagLst>
</file>

<file path=ppt/tags/tag4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1*i*4"/>
  <p:tag name="KSO_WM_UNIT_LAYERLEVEL" val="1"/>
  <p:tag name="KSO_WM_TAG_VERSION" val="3.0"/>
</p:tagLst>
</file>

<file path=ppt/tags/tag5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LINE_FORE_SCHEMECOLOR_INDEX_BRIGHTNESS" val="0.4"/>
  <p:tag name="KSO_WM_UNIT_LINE_FORE_SCHEMECOLOR_INDEX" val="5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_1*i*5"/>
  <p:tag name="KSO_WM_UNIT_LAYERLEVEL" val="1"/>
  <p:tag name="KSO_WM_TAG_VERSION" val="3.0"/>
</p:tagLst>
</file>

<file path=ppt/tags/tag6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LINE_FORE_SCHEMECOLOR_INDEX_BRIGHTNESS" val="0.4"/>
  <p:tag name="KSO_WM_UNIT_LINE_FORE_SCHEMECOLOR_INDEX" val="5"/>
  <p:tag name="KSO_WM_UNIT_LINE_FILL_TYPE" val="2"/>
  <p:tag name="KSO_WM_UNIT_TEXT_FILL_FORE_SCHEMECOLOR_INDEX_BRIGHTNESS" val="0"/>
  <p:tag name="KSO_WM_UNIT_TEXT_FILL_FORE_SCHEMECOLOR_INDEX" val="2"/>
  <p:tag name="KSO_WM_UNIT_TEXT_FILL_TYPE" val="1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"/>
  <p:tag name="KSO_WM_UNIT_ID" val="_1*i*6"/>
  <p:tag name="KSO_WM_UNIT_LAYERLEVEL" val="1"/>
  <p:tag name="KSO_WM_TAG_VERSION" val="3.0"/>
</p:tagLst>
</file>

<file path=ppt/tags/tag7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"/>
  <p:tag name="KSO_WM_UNIT_ID" val="_1*i*7"/>
  <p:tag name="KSO_WM_UNIT_LAYERLEVEL" val="1"/>
  <p:tag name="KSO_WM_TAG_VERSION" val="3.0"/>
</p:tagLst>
</file>

<file path=ppt/tags/tag8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8"/>
  <p:tag name="KSO_WM_UNIT_ID" val="_1*i*8"/>
  <p:tag name="KSO_WM_UNIT_LAYERLEVEL" val="1"/>
  <p:tag name="KSO_WM_TAG_VERSION" val="3.0"/>
</p:tagLst>
</file>

<file path=ppt/tags/tag9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添加副标题内容"/>
  <p:tag name="KSO_WM_UNIT_NOCLEAR" val="0"/>
  <p:tag name="KSO_WM_UNIT_VALUE" val="17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_1*b*1"/>
  <p:tag name="KSO_WM_UNIT_LAYERLEVEL" val="1"/>
  <p:tag name="KSO_WM_TAG_VERSION" val="3.0"/>
  <p:tag name="KSO_WM_BEAUTIFY_FLAG" val="#wm#"/>
  <p:tag name="KSO_WM_UNIT_TEXT_FILL_FORE_SCHEMECOLOR_INDEX_BRIGHTNESS" val="-0.25"/>
  <p:tag name="KSO_WM_UNIT_TEXT_FILL_FORE_SCHEMECOLOR_INDEX" val="14"/>
  <p:tag name="KSO_WM_UNIT_TEXT_FILL_TYPE" val="1"/>
  <p:tag name="KSO_WM_UNIT_CONTENT_GROUP_TYPE" val="contentchip"/>
</p:tagLst>
</file>

<file path=ppt/tags/tag10.xml><?xml version="1.0" encoding="utf-8"?>
<p:tagLst xmlns:p="http://schemas.openxmlformats.org/presentationml/2006/main">
  <p:tag name="KSO_WM_UNIT_ISCONTENTSTITLE" val="0"/>
  <p:tag name="KSO_WM_UNIT_ISNUMDGMTITLE" val="0"/>
  <p:tag name="KSO_WM_UNIT_PRESET_TEXT" val="添加文档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*a*1"/>
  <p:tag name="KSO_WM_UNIT_LAYERLEVEL" val="1"/>
  <p:tag name="KSO_WM_TAG_VERSION" val="3.0"/>
  <p:tag name="KSO_WM_BEAUTIFY_FLAG" val="#wm#"/>
  <p:tag name="KSO_WM_UNIT_CONTENT_GROUP_TYPE" val="contentchip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f*4"/>
  <p:tag name="KSO_WM_UNIT_LAYERLEVEL" val="1"/>
  <p:tag name="KSO_WM_TAG_VERSION" val="3.0"/>
  <p:tag name="KSO_WM_BEAUTIFY_FLAG" val="#wm#"/>
  <p:tag name="KSO_WM_UNIT_SUBTYPE" val="b"/>
  <p:tag name="KSO_WM_UNIT_PRESET_TEXT" val="署名占位符"/>
  <p:tag name="KSO_WM_UNIT_NOCLEAR" val="0"/>
  <p:tag name="KSO_WM_UNIT_VALUE" val="8"/>
  <p:tag name="KSO_WM_UNIT_TYPE" val="f"/>
  <p:tag name="KSO_WM_UNIT_INDEX" val="4"/>
</p:tagLst>
</file>

<file path=ppt/tags/tag15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2*i*1"/>
  <p:tag name="KSO_WM_UNIT_LAYERLEVEL" val="1"/>
  <p:tag name="KSO_WM_TAG_VERSION" val="3.0"/>
  <p:tag name="KSO_WM_UNIT_TYPE" val="i"/>
  <p:tag name="KSO_WM_UNIT_INDEX" val="1"/>
</p:tagLst>
</file>

<file path=ppt/tags/tag16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添加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  <p:tag name="KSO_WM_UNIT_CONTENT_GROUP_TYPE" val="titlestyle"/>
</p:tagLst>
</file>

<file path=ppt/tags/tag17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  <p:tag name="KSO_WM_UNIT_TEXT_FILL_FORE_SCHEMECOLOR_INDEX_BRIGHTNESS" val="0.25"/>
  <p:tag name="KSO_WM_UNIT_TEXT_FILL_FORE_SCHEMECOLOR_INDEX" val="13"/>
  <p:tag name="KSO_WM_UNIT_TEXT_FILL_TYPE" val="1"/>
  <p:tag name="KSO_WM_UNIT_PRESET_TEXT" val="单击此处编辑母版文本样式&#10;第二级&#10;第三级&#10;第四级&#10;第五级"/>
</p:tagLst>
</file>

<file path=ppt/tags/tag18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2*i*2"/>
  <p:tag name="KSO_WM_UNIT_LAYERLEVEL" val="1"/>
  <p:tag name="KSO_WM_TAG_VERSION" val="3.0"/>
  <p:tag name="KSO_WM_UNIT_TYPE" val="i"/>
  <p:tag name="KSO_WM_UNIT_INDEX" val="2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22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3*i*1"/>
  <p:tag name="KSO_WM_UNIT_LAYERLEVEL" val="1"/>
  <p:tag name="KSO_WM_TAG_VERSION" val="3.0"/>
  <p:tag name="KSO_WM_UNIT_TYPE" val="i"/>
  <p:tag name="KSO_WM_UNIT_INDEX" val="1"/>
</p:tagLst>
</file>

<file path=ppt/tags/tag23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3*i*2"/>
  <p:tag name="KSO_WM_UNIT_LAYERLEVEL" val="1"/>
  <p:tag name="KSO_WM_TAG_VERSION" val="3.0"/>
  <p:tag name="KSO_WM_UNIT_TYPE" val="i"/>
  <p:tag name="KSO_WM_UNIT_INDEX" val="2"/>
</p:tagLst>
</file>

<file path=ppt/tags/tag24.xml><?xml version="1.0" encoding="utf-8"?>
<p:tagLst xmlns:p="http://schemas.openxmlformats.org/presentationml/2006/main">
  <p:tag name="KSO_WM_UNIT_ISCONTENTSTITLE" val="1"/>
  <p:tag name="KSO_WM_UNIT_ISNUMDGMTITLE" val="0"/>
  <p:tag name="KSO_WM_UNIT_PRESET_TEXT" val="目录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3*a*1"/>
  <p:tag name="KSO_WM_UNIT_LAYERLEVEL" val="1"/>
  <p:tag name="KSO_WM_TAG_VERSION" val="3.0"/>
  <p:tag name="KSO_WM_BEAUTIFY_FLAG" val="#wm#"/>
</p:tagLst>
</file>

<file path=ppt/tags/tag25.xml><?xml version="1.0" encoding="utf-8"?>
<p:tagLst xmlns:p="http://schemas.openxmlformats.org/presentationml/2006/main">
  <p:tag name="KSO_WM_BEAUTIFY_FLAG" val="#wm#"/>
  <p:tag name="KSO_WM_UNIT_FILL_FORE_SCHEMECOLOR_INDEX_BRIGHTNESS" val="0"/>
  <p:tag name="KSO_WM_UNIT_FILL_FORE_SCHEMECOLOR_INDEX" val="14"/>
  <p:tag name="KSO_WM_UNIT_FILL_TYPE" val="1"/>
  <p:tag name="KSO_WM_UNIT_LINE_FORE_SCHEMECOLOR_INDEX_BRIGHTNESS" val="0.4"/>
  <p:tag name="KSO_WM_UNIT_LINE_FORE_SCHEMECOLOR_INDEX" val="5"/>
  <p:tag name="KSO_WM_UNIT_LINE_FILL_TYPE" val="2"/>
  <p:tag name="KSO_WM_UNIT_HIGHLIGHT" val="0"/>
  <p:tag name="KSO_WM_UNIT_COMPATIBLE" val="0"/>
  <p:tag name="KSO_WM_UNIT_DIAGRAM_ISNUMVISUAL" val="0"/>
  <p:tag name="KSO_WM_UNIT_DIAGRAM_ISREFERUNIT" val="0"/>
  <p:tag name="KSO_WM_UNIT_ID" val="_3*i*3"/>
  <p:tag name="KSO_WM_UNIT_LAYERLEVEL" val="1"/>
  <p:tag name="KSO_WM_TAG_VERSION" val="3.0"/>
  <p:tag name="KSO_WM_UNIT_TYPE" val="i"/>
  <p:tag name="KSO_WM_UNIT_INDEX" val="3"/>
</p:tagLst>
</file>

<file path=ppt/tags/tag26.xml><?xml version="1.0" encoding="utf-8"?>
<p:tagLst xmlns:p="http://schemas.openxmlformats.org/presentationml/2006/main">
  <p:tag name="KSO_WM_BEAUTIFY_FLAG" val="#wm#"/>
  <p:tag name="KSO_WM_UNIT_FILL_FORE_SCHEMECOLOR_INDEX_BRIGHTNESS" val="0"/>
  <p:tag name="KSO_WM_UNIT_FILL_FORE_SCHEMECOLOR_INDEX" val="14"/>
  <p:tag name="KSO_WM_UNIT_FILL_TYPE" val="1"/>
  <p:tag name="KSO_WM_UNIT_LINE_FORE_SCHEMECOLOR_INDEX_BRIGHTNESS" val="0.4"/>
  <p:tag name="KSO_WM_UNIT_LINE_FORE_SCHEMECOLOR_INDEX" val="5"/>
  <p:tag name="KSO_WM_UNIT_LINE_FILL_TYPE" val="2"/>
  <p:tag name="KSO_WM_UNIT_TEXT_FILL_FORE_SCHEMECOLOR_INDEX_BRIGHTNESS" val="0"/>
  <p:tag name="KSO_WM_UNIT_TEXT_FILL_FORE_SCHEMECOLOR_INDEX" val="2"/>
  <p:tag name="KSO_WM_UNIT_TEXT_FILL_TYPE" val="1"/>
  <p:tag name="KSO_WM_UNIT_HIGHLIGHT" val="0"/>
  <p:tag name="KSO_WM_UNIT_COMPATIBLE" val="0"/>
  <p:tag name="KSO_WM_UNIT_DIAGRAM_ISNUMVISUAL" val="0"/>
  <p:tag name="KSO_WM_UNIT_DIAGRAM_ISREFERUNIT" val="0"/>
  <p:tag name="KSO_WM_UNIT_ID" val="_3*i*4"/>
  <p:tag name="KSO_WM_UNIT_LAYERLEVEL" val="1"/>
  <p:tag name="KSO_WM_TAG_VERSION" val="3.0"/>
  <p:tag name="KSO_WM_UNIT_TYPE" val="i"/>
  <p:tag name="KSO_WM_UNIT_INDEX" val="4"/>
</p:tagLst>
</file>

<file path=ppt/tags/tag27.xml><?xml version="1.0" encoding="utf-8"?>
<p:tagLst xmlns:p="http://schemas.openxmlformats.org/presentationml/2006/main">
  <p:tag name="KSO_WM_BEAUTIFY_FLAG" val="#wm#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HIGHLIGHT" val="0"/>
  <p:tag name="KSO_WM_UNIT_COMPATIBLE" val="0"/>
  <p:tag name="KSO_WM_UNIT_DIAGRAM_ISNUMVISUAL" val="0"/>
  <p:tag name="KSO_WM_UNIT_DIAGRAM_ISREFERUNIT" val="0"/>
  <p:tag name="KSO_WM_UNIT_ID" val="_3*i*5"/>
  <p:tag name="KSO_WM_UNIT_LAYERLEVEL" val="1"/>
  <p:tag name="KSO_WM_TAG_VERSION" val="3.0"/>
  <p:tag name="KSO_WM_UNIT_TYPE" val="i"/>
  <p:tag name="KSO_WM_UNIT_INDEX" val="5"/>
</p:tagLst>
</file>

<file path=ppt/tags/tag28.xml><?xml version="1.0" encoding="utf-8"?>
<p:tagLst xmlns:p="http://schemas.openxmlformats.org/presentationml/2006/main">
  <p:tag name="KSO_WM_BEAUTIFY_FLAG" val="#wm#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HIGHLIGHT" val="0"/>
  <p:tag name="KSO_WM_UNIT_COMPATIBLE" val="0"/>
  <p:tag name="KSO_WM_UNIT_DIAGRAM_ISNUMVISUAL" val="0"/>
  <p:tag name="KSO_WM_UNIT_DIAGRAM_ISREFERUNIT" val="0"/>
  <p:tag name="KSO_WM_UNIT_ID" val="_3*i*6"/>
  <p:tag name="KSO_WM_UNIT_LAYERLEVEL" val="1"/>
  <p:tag name="KSO_WM_TAG_VERSION" val="3.0"/>
  <p:tag name="KSO_WM_UNIT_TYPE" val="i"/>
  <p:tag name="KSO_WM_UNIT_INDEX" val="6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32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LINE_FORE_SCHEMECOLOR_INDEX_BRIGHTNESS" val="0.4"/>
  <p:tag name="KSO_WM_UNIT_LINE_FORE_SCHEMECOLOR_INDEX" val="5"/>
  <p:tag name="KSO_WM_UNIT_LINE_FILL_TYPE" val="2"/>
  <p:tag name="KSO_WM_UNIT_TEXT_FILL_FORE_SCHEMECOLOR_INDEX_BRIGHTNESS" val="0"/>
  <p:tag name="KSO_WM_UNIT_TEXT_FILL_FORE_SCHEMECOLOR_INDEX" val="2"/>
  <p:tag name="KSO_WM_UNIT_TEXT_FILL_TYPE" val="1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4*i*1"/>
  <p:tag name="KSO_WM_UNIT_LAYERLEVEL" val="1"/>
  <p:tag name="KSO_WM_TAG_VERSION" val="3.0"/>
  <p:tag name="KSO_WM_UNIT_CONTENT_GROUP_TYPE" val="contentchip"/>
  <p:tag name="KSO_WM_UNIT_TYPE" val="i"/>
  <p:tag name="KSO_WM_UNIT_INDEX" val="1"/>
</p:tagLst>
</file>

<file path=ppt/tags/tag33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4*i*2"/>
  <p:tag name="KSO_WM_UNIT_LAYERLEVEL" val="1"/>
  <p:tag name="KSO_WM_TAG_VERSION" val="3.0"/>
  <p:tag name="KSO_WM_UNIT_TYPE" val="i"/>
  <p:tag name="KSO_WM_UNIT_INDEX" val="2"/>
</p:tagLst>
</file>

<file path=ppt/tags/tag34.xml><?xml version="1.0" encoding="utf-8"?>
<p:tagLst xmlns:p="http://schemas.openxmlformats.org/presentationml/2006/main">
  <p:tag name="KSO_WM_UNIT_ISCONTENTSTITLE" val="0"/>
  <p:tag name="KSO_WM_UNIT_ISNUMDGMTITLE" val="0"/>
  <p:tag name="KSO_WM_UNIT_PRESET_TEXT" val="添加章节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4*a*1"/>
  <p:tag name="KSO_WM_UNIT_LAYERLEVEL" val="1"/>
  <p:tag name="KSO_WM_TAG_VERSION" val="3.0"/>
  <p:tag name="KSO_WM_BEAUTIFY_FLAG" val="#wm#"/>
  <p:tag name="KSO_WM_UNIT_CONTENT_GROUP_TYPE" val="contentchip"/>
</p:tagLst>
</file>

<file path=ppt/tags/tag35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4*i*3"/>
  <p:tag name="KSO_WM_UNIT_LAYERLEVEL" val="1"/>
  <p:tag name="KSO_WM_TAG_VERSION" val="3.0"/>
  <p:tag name="KSO_WM_UNIT_TYPE" val="i"/>
  <p:tag name="KSO_WM_UNIT_INDEX" val="3"/>
</p:tagLst>
</file>

<file path=ppt/tags/tag36.xml><?xml version="1.0" encoding="utf-8"?>
<p:tagLst xmlns:p="http://schemas.openxmlformats.org/presentationml/2006/main">
  <p:tag name="KSO_WM_UNIT_PRESET_TEXT" val="PART ONE"/>
  <p:tag name="KSO_WM_UNIT_NOCLEAR" val="0"/>
  <p:tag name="KSO_WM_UNIT_VALUE" val="6"/>
  <p:tag name="KSO_WM_UNIT_HIGHLIGHT" val="0"/>
  <p:tag name="KSO_WM_UNIT_COMPATIBLE" val="1"/>
  <p:tag name="KSO_WM_UNIT_DIAGRAM_ISNUMVISUAL" val="0"/>
  <p:tag name="KSO_WM_UNIT_DIAGRAM_ISREFERUNIT" val="0"/>
  <p:tag name="KSO_WM_UNIT_TYPE" val="e"/>
  <p:tag name="KSO_WM_UNIT_INDEX" val="1"/>
  <p:tag name="KSO_WM_UNIT_ID" val="_4*e*1"/>
  <p:tag name="KSO_WM_UNIT_LAYERLEVEL" val="1"/>
  <p:tag name="KSO_WM_TAG_VERSION" val="3.0"/>
  <p:tag name="KSO_WM_BEAUTIFY_FLAG" val="#wm#"/>
  <p:tag name="KSO_WM_UNIT_CONTENT_GROUP_TYPE" val="contentchip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40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5*i*1"/>
  <p:tag name="KSO_WM_UNIT_LAYERLEVEL" val="1"/>
  <p:tag name="KSO_WM_TAG_VERSION" val="3.0"/>
  <p:tag name="KSO_WM_UNIT_TYPE" val="i"/>
  <p:tag name="KSO_WM_UNIT_INDEX" val="1"/>
</p:tagLst>
</file>

<file path=ppt/tags/tag41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5*f*1"/>
  <p:tag name="KSO_WM_UNIT_LAYERLEVEL" val="1"/>
  <p:tag name="KSO_WM_TAG_VERSION" val="3.0"/>
  <p:tag name="KSO_WM_BEAUTIFY_FLAG" val="#wm#"/>
  <p:tag name="KSO_WM_UNIT_TEXT_FILL_FORE_SCHEMECOLOR_INDEX_BRIGHTNESS" val="0.25"/>
  <p:tag name="KSO_WM_UNIT_TEXT_FILL_FORE_SCHEMECOLOR_INDEX" val="13"/>
  <p:tag name="KSO_WM_UNIT_TEXT_FILL_TYPE" val="1"/>
  <p:tag name="KSO_WM_UNIT_PRESET_TEXT" val="单击此处编辑母版文本样式&#10;第二级&#10;第三级&#10;第四级&#10;第五级"/>
</p:tagLst>
</file>

<file path=ppt/tags/tag42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2"/>
  <p:tag name="KSO_WM_UNIT_ID" val="_5*f*2"/>
  <p:tag name="KSO_WM_UNIT_LAYERLEVEL" val="1"/>
  <p:tag name="KSO_WM_TAG_VERSION" val="3.0"/>
  <p:tag name="KSO_WM_BEAUTIFY_FLAG" val="#wm#"/>
  <p:tag name="KSO_WM_UNIT_TEXT_FILL_FORE_SCHEMECOLOR_INDEX_BRIGHTNESS" val="0.25"/>
  <p:tag name="KSO_WM_UNIT_TEXT_FILL_FORE_SCHEMECOLOR_INDEX" val="13"/>
  <p:tag name="KSO_WM_UNIT_TEXT_FILL_TYPE" val="1"/>
  <p:tag name="KSO_WM_UNIT_PRESET_TEXT" val="单击此处编辑母版文本样式&#10;第二级&#10;第三级&#10;第四级&#10;第五级"/>
</p:tagLst>
</file>

<file path=ppt/tags/tag43.xml><?xml version="1.0" encoding="utf-8"?>
<p:tagLst xmlns:p="http://schemas.openxmlformats.org/presentationml/2006/main">
  <p:tag name="KSO_WM_UNIT_ISCONTENTSTITLE" val="0"/>
  <p:tag name="KSO_WM_UNIT_ISNUMDGMTITLE" val="0"/>
  <p:tag name="KSO_WM_UNIT_PRESET_TEXT" val="正文页-预设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5*a*1"/>
  <p:tag name="KSO_WM_UNIT_LAYERLEVEL" val="1"/>
  <p:tag name="KSO_WM_TAG_VERSION" val="3.0"/>
  <p:tag name="KSO_WM_BEAUTIFY_FLAG" val="#wm#"/>
  <p:tag name="KSO_WM_UNIT_CONTENT_GROUP_TYPE" val="titlestyle"/>
</p:tagLst>
</file>

<file path=ppt/tags/tag44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5*i*2"/>
  <p:tag name="KSO_WM_UNIT_LAYERLEVEL" val="1"/>
  <p:tag name="KSO_WM_TAG_VERSION" val="3.0"/>
  <p:tag name="KSO_WM_UNIT_TYPE" val="i"/>
  <p:tag name="KSO_WM_UNIT_INDEX" val="2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48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6*i*1"/>
  <p:tag name="KSO_WM_UNIT_LAYERLEVEL" val="1"/>
  <p:tag name="KSO_WM_TAG_VERSION" val="3.0"/>
  <p:tag name="KSO_WM_UNIT_TYPE" val="i"/>
  <p:tag name="KSO_WM_UNIT_INDEX" val="1"/>
</p:tagLst>
</file>

<file path=ppt/tags/tag49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1_1"/>
  <p:tag name="KSO_WM_UNIT_ID" val="_6*h_f*1_1"/>
  <p:tag name="KSO_WM_UNIT_LAYERLEVEL" val="1_1"/>
  <p:tag name="KSO_WM_TAG_VERSION" val="3.0"/>
  <p:tag name="KSO_WM_BEAUTIFY_FLAG" val="#wm#"/>
  <p:tag name="KSO_WM_UNIT_TEXT_FILL_FORE_SCHEMECOLOR_INDEX_BRIGHTNESS" val="0.25"/>
  <p:tag name="KSO_WM_UNIT_TEXT_FILL_FORE_SCHEMECOLOR_INDEX" val="13"/>
  <p:tag name="KSO_WM_UNIT_TEXT_FILL_TYPE" val="1"/>
  <p:tag name="KSO_WM_UNIT_PRESET_TEXT" val="单击此处编辑母版文本样式&#10;第二级&#10;第三级&#10;第四级&#10;第五级"/>
</p:tagLst>
</file>

<file path=ppt/tags/tag50.xml><?xml version="1.0" encoding="utf-8"?>
<p:tagLst xmlns:p="http://schemas.openxmlformats.org/presentationml/2006/main">
  <p:tag name="KSO_WM_UNIT_ISCONTENTSTITLE" val="0"/>
  <p:tag name="KSO_WM_UNIT_ISNUMDGMTITLE" val="0"/>
  <p:tag name="KSO_WM_UNIT_PRESET_TEXT" val="添加小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1_1"/>
  <p:tag name="KSO_WM_UNIT_ID" val="_6*h_a*1_1"/>
  <p:tag name="KSO_WM_UNIT_LAYERLEVEL" val="1_1"/>
  <p:tag name="KSO_WM_TAG_VERSION" val="3.0"/>
  <p:tag name="KSO_WM_BEAUTIFY_FLAG" val="#wm#"/>
  <p:tag name="KSO_WM_UNIT_TEXT_FILL_FORE_SCHEMECOLOR_INDEX_BRIGHTNESS" val="0.15"/>
  <p:tag name="KSO_WM_UNIT_TEXT_FILL_FORE_SCHEMECOLOR_INDEX" val="13"/>
  <p:tag name="KSO_WM_UNIT_TEXT_FILL_TYPE" val="1"/>
</p:tagLst>
</file>

<file path=ppt/tags/tag51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2_1"/>
  <p:tag name="KSO_WM_UNIT_ID" val="_6*h_f*2_1"/>
  <p:tag name="KSO_WM_UNIT_LAYERLEVEL" val="1_1"/>
  <p:tag name="KSO_WM_TAG_VERSION" val="3.0"/>
  <p:tag name="KSO_WM_BEAUTIFY_FLAG" val="#wm#"/>
  <p:tag name="KSO_WM_UNIT_TEXT_FILL_FORE_SCHEMECOLOR_INDEX_BRIGHTNESS" val="0.25"/>
  <p:tag name="KSO_WM_UNIT_TEXT_FILL_FORE_SCHEMECOLOR_INDEX" val="13"/>
  <p:tag name="KSO_WM_UNIT_TEXT_FILL_TYPE" val="1"/>
  <p:tag name="KSO_WM_UNIT_PRESET_TEXT" val="单击此处编辑母版文本样式&#10;第二级&#10;第三级&#10;第四级&#10;第五级"/>
</p:tagLst>
</file>

<file path=ppt/tags/tag52.xml><?xml version="1.0" encoding="utf-8"?>
<p:tagLst xmlns:p="http://schemas.openxmlformats.org/presentationml/2006/main">
  <p:tag name="KSO_WM_UNIT_ISCONTENTSTITLE" val="0"/>
  <p:tag name="KSO_WM_UNIT_ISNUMDGMTITLE" val="0"/>
  <p:tag name="KSO_WM_UNIT_PRESET_TEXT" val="添加小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2_1"/>
  <p:tag name="KSO_WM_UNIT_ID" val="_6*h_a*2_1"/>
  <p:tag name="KSO_WM_UNIT_LAYERLEVEL" val="1_1"/>
  <p:tag name="KSO_WM_TAG_VERSION" val="3.0"/>
  <p:tag name="KSO_WM_BEAUTIFY_FLAG" val="#wm#"/>
  <p:tag name="KSO_WM_UNIT_TEXT_FILL_FORE_SCHEMECOLOR_INDEX_BRIGHTNESS" val="0.15"/>
  <p:tag name="KSO_WM_UNIT_TEXT_FILL_FORE_SCHEMECOLOR_INDEX" val="13"/>
  <p:tag name="KSO_WM_UNIT_TEXT_FILL_TYPE" val="1"/>
</p:tagLst>
</file>

<file path=ppt/tags/tag53.xml><?xml version="1.0" encoding="utf-8"?>
<p:tagLst xmlns:p="http://schemas.openxmlformats.org/presentationml/2006/main">
  <p:tag name="KSO_WM_UNIT_ISCONTENTSTITLE" val="0"/>
  <p:tag name="KSO_WM_UNIT_ISNUMDGMTITLE" val="0"/>
  <p:tag name="KSO_WM_UNIT_PRESET_TEXT" val="正文页-预设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6*a*1"/>
  <p:tag name="KSO_WM_UNIT_LAYERLEVEL" val="1"/>
  <p:tag name="KSO_WM_TAG_VERSION" val="3.0"/>
  <p:tag name="KSO_WM_BEAUTIFY_FLAG" val="#wm#"/>
  <p:tag name="KSO_WM_UNIT_CONTENT_GROUP_TYPE" val="titlestyle"/>
</p:tagLst>
</file>

<file path=ppt/tags/tag54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6*i*2"/>
  <p:tag name="KSO_WM_UNIT_LAYERLEVEL" val="1"/>
  <p:tag name="KSO_WM_TAG_VERSION" val="3.0"/>
  <p:tag name="KSO_WM_UNIT_TYPE" val="i"/>
  <p:tag name="KSO_WM_UNIT_INDEX" val="2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58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7*i*1"/>
  <p:tag name="KSO_WM_UNIT_LAYERLEVEL" val="1"/>
  <p:tag name="KSO_WM_TAG_VERSION" val="3.0"/>
  <p:tag name="KSO_WM_UNIT_TYPE" val="i"/>
  <p:tag name="KSO_WM_UNIT_INDEX" val="1"/>
</p:tagLst>
</file>

<file path=ppt/tags/tag59.xml><?xml version="1.0" encoding="utf-8"?>
<p:tagLst xmlns:p="http://schemas.openxmlformats.org/presentationml/2006/main">
  <p:tag name="KSO_WM_UNIT_ISCONTENTSTITLE" val="0"/>
  <p:tag name="KSO_WM_UNIT_ISNUMDGMTITLE" val="0"/>
  <p:tag name="KSO_WM_UNIT_PRESET_TEXT" val="正文页-预设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7*a*1"/>
  <p:tag name="KSO_WM_UNIT_LAYERLEVEL" val="1"/>
  <p:tag name="KSO_WM_TAG_VERSION" val="3.0"/>
  <p:tag name="KSO_WM_BEAUTIFY_FLAG" val="#wm#"/>
  <p:tag name="KSO_WM_UNIT_CONTENT_GROUP_TYPE" val="titlestyle"/>
</p:tagLst>
</file>

<file path=ppt/tags/tag60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7*i*2"/>
  <p:tag name="KSO_WM_UNIT_LAYERLEVEL" val="1"/>
  <p:tag name="KSO_WM_TAG_VERSION" val="3.0"/>
  <p:tag name="KSO_WM_UNIT_TYPE" val="i"/>
  <p:tag name="KSO_WM_UNIT_INDEX" val="2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64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8*i*2"/>
  <p:tag name="KSO_WM_UNIT_LAYERLEVEL" val="1"/>
  <p:tag name="KSO_WM_TAG_VERSION" val="3.0"/>
  <p:tag name="KSO_WM_UNIT_TYPE" val="i"/>
  <p:tag name="KSO_WM_UNIT_INDEX" val="2"/>
</p:tagLst>
</file>

<file path=ppt/tags/tag65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8*i*1"/>
  <p:tag name="KSO_WM_UNIT_LAYERLEVEL" val="1"/>
  <p:tag name="KSO_WM_TAG_VERSION" val="3.0"/>
  <p:tag name="KSO_WM_UNIT_TYPE" val="i"/>
  <p:tag name="KSO_WM_UNIT_INDEX" val="1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69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9*i*1"/>
  <p:tag name="KSO_WM_UNIT_LAYERLEVEL" val="1"/>
  <p:tag name="KSO_WM_TAG_VERSION" val="3.0"/>
  <p:tag name="KSO_WM_UNIT_TYPE" val="i"/>
  <p:tag name="KSO_WM_UNIT_INDEX" val="1"/>
</p:tagLst>
</file>

<file path=ppt/tags/tag70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9*f*1"/>
  <p:tag name="KSO_WM_UNIT_LAYERLEVEL" val="1"/>
  <p:tag name="KSO_WM_TAG_VERSION" val="3.0"/>
  <p:tag name="KSO_WM_BEAUTIFY_FLAG" val="#wm#"/>
  <p:tag name="KSO_WM_UNIT_TEXT_FILL_FORE_SCHEMECOLOR_INDEX_BRIGHTNESS" val="0.25"/>
  <p:tag name="KSO_WM_UNIT_TEXT_FILL_FORE_SCHEMECOLOR_INDEX" val="13"/>
  <p:tag name="KSO_WM_UNIT_TEXT_FILL_TYPE" val="1"/>
  <p:tag name="KSO_WM_UNIT_PRESET_TEXT" val="单击此处编辑母版文本样式&#10;第二级&#10;第三级&#10;第四级&#10;第五级"/>
</p:tagLst>
</file>

<file path=ppt/tags/tag71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9*i*2"/>
  <p:tag name="KSO_WM_UNIT_LAYERLEVEL" val="1"/>
  <p:tag name="KSO_WM_TAG_VERSION" val="3.0"/>
  <p:tag name="KSO_WM_UNIT_TYPE" val="i"/>
  <p:tag name="KSO_WM_UNIT_INDEX" val="2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75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0*i*1"/>
  <p:tag name="KSO_WM_UNIT_LAYERLEVEL" val="1"/>
  <p:tag name="KSO_WM_TAG_VERSION" val="3.0"/>
  <p:tag name="KSO_WM_UNIT_TYPE" val="i"/>
  <p:tag name="KSO_WM_UNIT_INDEX" val="1"/>
</p:tagLst>
</file>

<file path=ppt/tags/tag76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选择预设副标题"/>
  <p:tag name="KSO_WM_UNIT_NOCLEAR" val="0"/>
  <p:tag name="KSO_WM_UNIT_VALUE" val="17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_10*b*1"/>
  <p:tag name="KSO_WM_UNIT_LAYERLEVEL" val="1"/>
  <p:tag name="KSO_WM_TAG_VERSION" val="3.0"/>
  <p:tag name="KSO_WM_BEAUTIFY_FLAG" val="#wm#"/>
  <p:tag name="KSO_WM_UNIT_TEXT_FILL_FORE_SCHEMECOLOR_INDEX_BRIGHTNESS" val="0.25"/>
  <p:tag name="KSO_WM_UNIT_TEXT_FILL_FORE_SCHEMECOLOR_INDEX" val="13"/>
  <p:tag name="KSO_WM_UNIT_TEXT_FILL_TYPE" val="1"/>
  <p:tag name="KSO_WM_UNIT_CONTENT_GROUP_TYPE" val="titlestyle"/>
</p:tagLst>
</file>

<file path=ppt/tags/tag77.xml><?xml version="1.0" encoding="utf-8"?>
<p:tagLst xmlns:p="http://schemas.openxmlformats.org/presentationml/2006/main">
  <p:tag name="KSO_WM_UNIT_ISCONTENTSTITLE" val="0"/>
  <p:tag name="KSO_WM_UNIT_ISNUMDGMTITLE" val="0"/>
  <p:tag name="KSO_WM_UNIT_PRESET_TEXT" val="正文页-预设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0*a*1"/>
  <p:tag name="KSO_WM_UNIT_LAYERLEVEL" val="1"/>
  <p:tag name="KSO_WM_TAG_VERSION" val="3.0"/>
  <p:tag name="KSO_WM_BEAUTIFY_FLAG" val="#wm#"/>
  <p:tag name="KSO_WM_UNIT_CONTENT_GROUP_TYPE" val="titlestyle"/>
</p:tagLst>
</file>

<file path=ppt/tags/tag78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0*i*2"/>
  <p:tag name="KSO_WM_UNIT_LAYERLEVEL" val="1"/>
  <p:tag name="KSO_WM_TAG_VERSION" val="3.0"/>
  <p:tag name="KSO_WM_UNIT_TYPE" val="i"/>
  <p:tag name="KSO_WM_UNIT_INDEX" val="2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82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1"/>
  <p:tag name="KSO_WM_UNIT_LAYERLEVEL" val="1"/>
  <p:tag name="KSO_WM_TAG_VERSION" val="3.0"/>
  <p:tag name="KSO_WM_UNIT_TYPE" val="i"/>
  <p:tag name="KSO_WM_UNIT_INDEX" val="1"/>
</p:tagLst>
</file>

<file path=ppt/tags/tag83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LINE_FORE_SCHEMECOLOR_INDEX_BRIGHTNESS" val="0.4"/>
  <p:tag name="KSO_WM_UNIT_LINE_FORE_SCHEMECOLOR_INDEX" val="5"/>
  <p:tag name="KSO_WM_UNIT_LINE_FILL_TYPE" val="2"/>
  <p:tag name="KSO_WM_UNIT_TEXT_FILL_FORE_SCHEMECOLOR_INDEX_BRIGHTNESS" val="0"/>
  <p:tag name="KSO_WM_UNIT_TEXT_FILL_FORE_SCHEMECOLOR_INDEX" val="2"/>
  <p:tag name="KSO_WM_UNIT_TEXT_FILL_TYPE" val="1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2"/>
  <p:tag name="KSO_WM_UNIT_LAYERLEVEL" val="1"/>
  <p:tag name="KSO_WM_TAG_VERSION" val="3.0"/>
  <p:tag name="KSO_WM_UNIT_TYPE" val="i"/>
  <p:tag name="KSO_WM_UNIT_INDEX" val="2"/>
</p:tagLst>
</file>

<file path=ppt/tags/tag84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4"/>
  <p:tag name="KSO_WM_UNIT_TEXT_FILL_TYPE" val="1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3"/>
  <p:tag name="KSO_WM_UNIT_LAYERLEVEL" val="1"/>
  <p:tag name="KSO_WM_TAG_VERSION" val="3.0"/>
  <p:tag name="KSO_WM_UNIT_TYPE" val="i"/>
  <p:tag name="KSO_WM_UNIT_INDEX" val="3"/>
</p:tagLst>
</file>

<file path=ppt/tags/tag85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4"/>
  <p:tag name="KSO_WM_UNIT_LAYERLEVEL" val="1"/>
  <p:tag name="KSO_WM_TAG_VERSION" val="3.0"/>
  <p:tag name="KSO_WM_UNIT_TYPE" val="i"/>
  <p:tag name="KSO_WM_UNIT_INDEX" val="4"/>
</p:tagLst>
</file>

<file path=ppt/tags/tag86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LINE_FORE_SCHEMECOLOR_INDEX_BRIGHTNESS" val="0.4"/>
  <p:tag name="KSO_WM_UNIT_LINE_FORE_SCHEMECOLOR_INDEX" val="5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5"/>
  <p:tag name="KSO_WM_UNIT_LAYERLEVEL" val="1"/>
  <p:tag name="KSO_WM_TAG_VERSION" val="3.0"/>
  <p:tag name="KSO_WM_UNIT_TYPE" val="i"/>
  <p:tag name="KSO_WM_UNIT_INDEX" val="5"/>
</p:tagLst>
</file>

<file path=ppt/tags/tag87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LINE_FORE_SCHEMECOLOR_INDEX_BRIGHTNESS" val="0.4"/>
  <p:tag name="KSO_WM_UNIT_LINE_FORE_SCHEMECOLOR_INDEX" val="5"/>
  <p:tag name="KSO_WM_UNIT_LINE_FILL_TYPE" val="2"/>
  <p:tag name="KSO_WM_UNIT_TEXT_FILL_FORE_SCHEMECOLOR_INDEX_BRIGHTNESS" val="0"/>
  <p:tag name="KSO_WM_UNIT_TEXT_FILL_FORE_SCHEMECOLOR_INDEX" val="2"/>
  <p:tag name="KSO_WM_UNIT_TEXT_FILL_TYPE" val="1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6"/>
  <p:tag name="KSO_WM_UNIT_LAYERLEVEL" val="1"/>
  <p:tag name="KSO_WM_TAG_VERSION" val="3.0"/>
  <p:tag name="KSO_WM_UNIT_TYPE" val="i"/>
  <p:tag name="KSO_WM_UNIT_INDEX" val="6"/>
</p:tagLst>
</file>

<file path=ppt/tags/tag88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7"/>
  <p:tag name="KSO_WM_UNIT_LAYERLEVEL" val="1"/>
  <p:tag name="KSO_WM_TAG_VERSION" val="3.0"/>
  <p:tag name="KSO_WM_UNIT_TYPE" val="i"/>
  <p:tag name="KSO_WM_UNIT_INDEX" val="7"/>
</p:tagLst>
</file>

<file path=ppt/tags/tag89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8"/>
  <p:tag name="KSO_WM_UNIT_LAYERLEVEL" val="1"/>
  <p:tag name="KSO_WM_TAG_VERSION" val="3.0"/>
  <p:tag name="KSO_WM_UNIT_TYPE" val="i"/>
  <p:tag name="KSO_WM_UNIT_INDEX" val="8"/>
</p:tagLst>
</file>

<file path=ppt/tags/tag90.xml><?xml version="1.0" encoding="utf-8"?>
<p:tagLst xmlns:p="http://schemas.openxmlformats.org/presentationml/2006/main">
  <p:tag name="KSO_WM_UNIT_ISCONTENTSTITLE" val="0"/>
  <p:tag name="KSO_WM_UNIT_ISNUMDGMTITLE" val="0"/>
  <p:tag name="KSO_WM_UNIT_PRESET_TEXT" val="感谢&#10;您的观看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1*a*1"/>
  <p:tag name="KSO_WM_UNIT_LAYERLEVEL" val="1"/>
  <p:tag name="KSO_WM_TAG_VERSION" val="3.0"/>
  <p:tag name="KSO_WM_BEAUTIFY_FLAG" val="#wm#"/>
  <p:tag name="KSO_WM_UNIT_CONTENT_GROUP_TYPE" val="contentchip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f*4"/>
  <p:tag name="KSO_WM_UNIT_LAYERLEVEL" val="1"/>
  <p:tag name="KSO_WM_TAG_VERSION" val="3.0"/>
  <p:tag name="KSO_WM_BEAUTIFY_FLAG" val="#wm#"/>
  <p:tag name="KSO_WM_UNIT_SUBTYPE" val="b"/>
  <p:tag name="KSO_WM_UNIT_PRESET_TEXT" val="署名占位符"/>
  <p:tag name="KSO_WM_UNIT_NOCLEAR" val="0"/>
  <p:tag name="KSO_WM_UNIT_VALUE" val="8"/>
  <p:tag name="KSO_WM_UNIT_TYPE" val="f"/>
  <p:tag name="KSO_WM_UNIT_INDEX" val="4"/>
</p:tagLst>
</file>

<file path=ppt/tags/tag95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i*1"/>
  <p:tag name="KSO_WM_UNIT_LAYERLEVEL" val="1"/>
  <p:tag name="KSO_WM_TAG_VERSION" val="3.0"/>
  <p:tag name="KSO_WM_UNIT_TYPE" val="i"/>
  <p:tag name="KSO_WM_UNIT_INDEX" val="1"/>
</p:tagLst>
</file>

<file path=ppt/tags/tag96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i*2"/>
  <p:tag name="KSO_WM_UNIT_LAYERLEVEL" val="1"/>
  <p:tag name="KSO_WM_TAG_VERSION" val="3.0"/>
  <p:tag name="KSO_WM_UNIT_TYPE" val="i"/>
  <p:tag name="KSO_WM_UNIT_INDEX" val="2"/>
</p:tagLst>
</file>

<file path=ppt/tags/tag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1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a*1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TYPE" val="a"/>
  <p:tag name="KSO_WM_UNIT_INDEX" val="1"/>
  <p:tag name="KSO_WM_TEMPLATE_CATEGORY" val="custom"/>
  <p:tag name="KSO_WM_TEMPLATE_INDEX" val="20230300"/>
</p:tagLst>
</file>

<file path=ppt/tags/tag1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TYPE" val="f"/>
  <p:tag name="KSO_WM_UNIT_INDEX" val="1"/>
  <p:tag name="KSO_WM_TEMPLATE_CATEGORY" val="custom"/>
  <p:tag name="KSO_WM_TEMPLATE_INDEX" val="20230300"/>
</p:tagLst>
</file>

<file path=ppt/tags/tag102.xml><?xml version="1.0" encoding="utf-8"?>
<p:tagLst xmlns:p="http://schemas.openxmlformats.org/presentationml/2006/main">
  <p:tag name="KSO_WM_TEMPLATE_SUBCATEGORY" val="29"/>
  <p:tag name="KSO_WM_TEMPLATE_MASTER_TYPE" val="0"/>
  <p:tag name="KSO_WM_TEMPLATE_COLOR_TYPE" val="0"/>
  <p:tag name="KSO_WM_TAG_VERSION" val="3.0"/>
  <p:tag name="KSO_WM_BEAUTIFY_FLAG" val="#wm#"/>
  <p:tag name="KSO_WM_TEMPLATE_CATEGORY" val="custom"/>
  <p:tag name="KSO_WM_TEMPLATE_INDEX" val="20230300"/>
  <p:tag name="KSO_WM_SPECIAL_SOURCE" val="bdnull"/>
  <p:tag name="KSO_WM_TEMPLATE_THUMBS_INDEX" val="1、9"/>
</p:tagLst>
</file>

<file path=ppt/tags/tag103.xml><?xml version="1.0" encoding="utf-8"?>
<p:tagLst xmlns:p="http://schemas.openxmlformats.org/presentationml/2006/main">
  <p:tag name="KSO_WM_UNIT_INDEX" val="2"/>
  <p:tag name="KSO_WM_UNIT_TYPE" val="f"/>
  <p:tag name="KSO_WM_UNIT_SUBTYPE" val="a"/>
  <p:tag name="KSO_WM_BEAUTIFY_FLAG" val="#wm#"/>
</p:tagLst>
</file>

<file path=ppt/tags/tag104.xml><?xml version="1.0" encoding="utf-8"?>
<p:tagLst xmlns:p="http://schemas.openxmlformats.org/presentationml/2006/main">
  <p:tag name="KSO_WM_UNIT_INDEX" val="3"/>
  <p:tag name="KSO_WM_UNIT_TYPE" val="f"/>
  <p:tag name="KSO_WM_UNIT_SUBTYPE" val="a"/>
  <p:tag name="KSO_WM_BEAUTIFY_FLAG" val="#wm#"/>
</p:tagLst>
</file>

<file path=ppt/tags/tag105.xml><?xml version="1.0" encoding="utf-8"?>
<p:tagLst xmlns:p="http://schemas.openxmlformats.org/presentationml/2006/main">
  <p:tag name="KSO_WM_UNIT_INDEX" val="4"/>
  <p:tag name="KSO_WM_UNIT_TYPE" val="f"/>
  <p:tag name="KSO_WM_UNIT_SUBTYPE" val="a"/>
  <p:tag name="KSO_WM_BEAUTIFY_FLAG" val="#wm#"/>
</p:tagLst>
</file>

<file path=ppt/tags/tag106.xml><?xml version="1.0" encoding="utf-8"?>
<p:tagLst xmlns:p="http://schemas.openxmlformats.org/presentationml/2006/main">
  <p:tag name="KSO_WM_UNIT_ISCONTENTSTITLE" val="0"/>
  <p:tag name="KSO_WM_UNIT_ISNUMDGMTITLE" val="0"/>
  <p:tag name="KSO_WM_UNIT_PRESET_TEXT" val="正文页-预设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7*a*1"/>
  <p:tag name="KSO_WM_UNIT_LAYERLEVEL" val="1"/>
  <p:tag name="KSO_WM_TAG_VERSION" val="3.0"/>
  <p:tag name="KSO_WM_BEAUTIFY_FLAG" val="#wm#"/>
  <p:tag name="KSO_WM_UNIT_CONTENT_GROUP_TYPE" val="titlestyle"/>
</p:tagLst>
</file>

<file path=ppt/tags/tag107.xml><?xml version="1.0" encoding="utf-8"?>
<p:tagLst xmlns:p="http://schemas.openxmlformats.org/presentationml/2006/main">
  <p:tag name="KSO_WM_SLIDE_TYPE" val="text"/>
  <p:tag name="KSO_WM_BEAUTIFY_FLAG" val="#wm#"/>
  <p:tag name="KSO_WM_SPECIAL_SOURCE" val="bdnull"/>
  <p:tag name="KSO_WM_SLIDE_ID" val="custom20230300_8"/>
  <p:tag name="KSO_WM_TEMPLATE_SUBCATEGORY" val="0"/>
  <p:tag name="KSO_WM_TEMPLATE_MASTER_TYPE" val="0"/>
  <p:tag name="KSO_WM_TEMPLATE_COLOR_TYPE" val="0"/>
  <p:tag name="KSO_WM_SLIDE_ITEM_CNT" val="0"/>
  <p:tag name="KSO_WM_SLIDE_INDEX" val="8"/>
  <p:tag name="KSO_WM_TAG_VERSION" val="3.0"/>
  <p:tag name="KSO_WM_TEMPLATE_CATEGORY" val="custom"/>
  <p:tag name="KSO_WM_TEMPLATE_INDEX" val="20230300"/>
  <p:tag name="KSO_WM_SLIDE_LAYOUT" val="a_f"/>
  <p:tag name="KSO_WM_SLIDE_LAYOUT_CNT" val="1_1"/>
  <p:tag name="KSO_WM_SLIDE_SUBTYPE" val="pureTxt"/>
  <p:tag name="KSO_WM_SLIDE_SIZE" val="864*466"/>
  <p:tag name="KSO_WM_SLIDE_POSITION" val="47*25"/>
  <p:tag name="KSO_WM_SLIDE_LAYOUT_NAME" val="标题和内容"/>
  <p:tag name="KSO_WM_SLIDE_THEME_ID" val="3303237"/>
  <p:tag name="KSO_WM_SLIDE_THEME_NAME" val="绿色清新简约风主题"/>
</p:tagLst>
</file>

<file path=ppt/tags/tag108.xml><?xml version="1.0" encoding="utf-8"?>
<p:tagLst xmlns:p="http://schemas.openxmlformats.org/presentationml/2006/main">
  <p:tag name="KSO_WM_UNIT_INDEX" val="2"/>
  <p:tag name="KSO_WM_UNIT_TYPE" val="f"/>
  <p:tag name="KSO_WM_UNIT_SUBTYPE" val="a"/>
  <p:tag name="KSO_WM_BEAUTIFY_FLAG" val="#wm#"/>
</p:tagLst>
</file>

<file path=ppt/tags/tag109.xml><?xml version="1.0" encoding="utf-8"?>
<p:tagLst xmlns:p="http://schemas.openxmlformats.org/presentationml/2006/main">
  <p:tag name="KSO_WM_UNIT_INDEX" val="3"/>
  <p:tag name="KSO_WM_UNIT_TYPE" val="f"/>
  <p:tag name="KSO_WM_UNIT_SUBTYPE" val="a"/>
  <p:tag name="KSO_WM_BEAUTIFY_FLAG" val="#wm#"/>
</p:tagLst>
</file>

<file path=ppt/tags/tag110.xml><?xml version="1.0" encoding="utf-8"?>
<p:tagLst xmlns:p="http://schemas.openxmlformats.org/presentationml/2006/main">
  <p:tag name="KSO_WM_UNIT_TEXT" val="Incident Review"/>
  <p:tag name="KSO_WM_UNIT_INDEX" val="1"/>
  <p:tag name="KSO_WM_UNIT_TYPE" val="a"/>
  <p:tag name="KSO_WM_BEAUTIFY_FLAG" val="#wm#"/>
  <p:tag name="KSO_WM_UNIT_ISCONTENTSTITLE" val="0"/>
  <p:tag name="KSO_WM_UNIT_ISNUMDGMTITLE" val="0"/>
  <p:tag name="KSO_WM_UNIT_PRESET_TEXT" val="正文页-预设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ID" val="_7*a*1"/>
  <p:tag name="KSO_WM_UNIT_LAYERLEVEL" val="1"/>
  <p:tag name="KSO_WM_TAG_VERSION" val="3.0"/>
  <p:tag name="KSO_WM_UNIT_CONTENT_GROUP_TYPE" val="titlestyle"/>
</p:tagLst>
</file>

<file path=ppt/tags/tag111.xml><?xml version="1.0" encoding="utf-8"?>
<p:tagLst xmlns:p="http://schemas.openxmlformats.org/presentationml/2006/main">
  <p:tag name="KSO_WM_SLIDE_TYPE" val="text"/>
  <p:tag name="KSO_WM_BEAUTIFY_FLAG" val="#wm#"/>
  <p:tag name="KSO_WM_SPECIAL_SOURCE" val="bdnull"/>
  <p:tag name="KSO_WM_SLIDE_ID" val="custom20230300_8"/>
  <p:tag name="KSO_WM_TEMPLATE_SUBCATEGORY" val="0"/>
  <p:tag name="KSO_WM_TEMPLATE_MASTER_TYPE" val="0"/>
  <p:tag name="KSO_WM_TEMPLATE_COLOR_TYPE" val="0"/>
  <p:tag name="KSO_WM_SLIDE_ITEM_CNT" val="0"/>
  <p:tag name="KSO_WM_SLIDE_INDEX" val="8"/>
  <p:tag name="KSO_WM_TAG_VERSION" val="3.0"/>
  <p:tag name="KSO_WM_TEMPLATE_CATEGORY" val="custom"/>
  <p:tag name="KSO_WM_TEMPLATE_INDEX" val="20230300"/>
  <p:tag name="KSO_WM_SLIDE_LAYOUT" val="a_f"/>
  <p:tag name="KSO_WM_SLIDE_LAYOUT_CNT" val="1_1"/>
  <p:tag name="KSO_WM_SLIDE_SUBTYPE" val="pureTxt"/>
  <p:tag name="KSO_WM_SLIDE_SIZE" val="864*466"/>
  <p:tag name="KSO_WM_SLIDE_POSITION" val="47*25"/>
  <p:tag name="KSO_WM_SLIDE_LAYOUT_NAME" val="标题和内容"/>
</p:tagLst>
</file>

<file path=ppt/tags/tag112.xml><?xml version="1.0" encoding="utf-8"?>
<p:tagLst xmlns:p="http://schemas.openxmlformats.org/presentationml/2006/main">
  <p:tag name="KSO_WM_UNIT_INDEX" val="2"/>
  <p:tag name="KSO_WM_UNIT_TYPE" val="f"/>
  <p:tag name="KSO_WM_UNIT_SUBTYPE" val="a"/>
  <p:tag name="KSO_WM_BEAUTIFY_FLAG" val="#wm#"/>
</p:tagLst>
</file>

<file path=ppt/tags/tag113.xml><?xml version="1.0" encoding="utf-8"?>
<p:tagLst xmlns:p="http://schemas.openxmlformats.org/presentationml/2006/main">
  <p:tag name="KSO_WM_UNIT_INDEX" val="3"/>
  <p:tag name="KSO_WM_UNIT_TYPE" val="β"/>
  <p:tag name="KSO_WM_BEAUTIFY_FLAG" val="#wm#"/>
</p:tagLst>
</file>

<file path=ppt/tags/tag114.xml><?xml version="1.0" encoding="utf-8"?>
<p:tagLst xmlns:p="http://schemas.openxmlformats.org/presentationml/2006/main">
  <p:tag name="KSO_WM_UNIT_TEXT" val="Draft Scratch - Remove"/>
  <p:tag name="KSO_WM_UNIT_INDEX" val="1"/>
  <p:tag name="KSO_WM_UNIT_TYPE" val="a"/>
  <p:tag name="KSO_WM_BEAUTIFY_FLAG" val="#wm#"/>
  <p:tag name="KSO_WM_UNIT_ISCONTENTSTITLE" val="0"/>
  <p:tag name="KSO_WM_UNIT_ISNUMDGMTITLE" val="0"/>
  <p:tag name="KSO_WM_UNIT_PRESET_TEXT" val="正文页-预设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ID" val="_7*a*1"/>
  <p:tag name="KSO_WM_UNIT_LAYERLEVEL" val="1"/>
  <p:tag name="KSO_WM_TAG_VERSION" val="3.0"/>
  <p:tag name="KSO_WM_UNIT_CONTENT_GROUP_TYPE" val="titlestyle"/>
</p:tagLst>
</file>

<file path=ppt/tags/tag115.xml><?xml version="1.0" encoding="utf-8"?>
<p:tagLst xmlns:p="http://schemas.openxmlformats.org/presentationml/2006/main">
  <p:tag name="KSO_WM_SLIDE_TYPE" val="text"/>
  <p:tag name="KSO_WM_BEAUTIFY_FLAG" val="#wm#"/>
  <p:tag name="KSO_WM_SPECIAL_SOURCE" val="bdnull"/>
  <p:tag name="KSO_WM_SLIDE_ID" val="custom20230300_8"/>
  <p:tag name="KSO_WM_TEMPLATE_SUBCATEGORY" val="0"/>
  <p:tag name="KSO_WM_TEMPLATE_MASTER_TYPE" val="0"/>
  <p:tag name="KSO_WM_TEMPLATE_COLOR_TYPE" val="0"/>
  <p:tag name="KSO_WM_SLIDE_ITEM_CNT" val="0"/>
  <p:tag name="KSO_WM_SLIDE_INDEX" val="8"/>
  <p:tag name="KSO_WM_TAG_VERSION" val="3.0"/>
  <p:tag name="KSO_WM_TEMPLATE_CATEGORY" val="custom"/>
  <p:tag name="KSO_WM_TEMPLATE_INDEX" val="20230300"/>
  <p:tag name="KSO_WM_SLIDE_LAYOUT" val="a_f"/>
  <p:tag name="KSO_WM_SLIDE_LAYOUT_CNT" val="1_1"/>
  <p:tag name="KSO_WM_SLIDE_SUBTYPE" val="pureTxt"/>
  <p:tag name="KSO_WM_SLIDE_SIZE" val="864*466"/>
  <p:tag name="KSO_WM_SLIDE_POSITION" val="47*25"/>
  <p:tag name="KSO_WM_SLIDE_LAYOUT_NAME" val="标题和内容"/>
</p:tagLst>
</file>

<file path=ppt/tags/tag116.xml><?xml version="1.0" encoding="utf-8"?>
<p:tagLst xmlns:p="http://schemas.openxmlformats.org/presentationml/2006/main">
  <p:tag name="KSO_WM_UNIT_INDEX" val="2"/>
  <p:tag name="KSO_WM_UNIT_TYPE" val="f"/>
  <p:tag name="KSO_WM_UNIT_SUBTYPE" val="a"/>
  <p:tag name="KSO_WM_BEAUTIFY_FLAG" val="#wm#"/>
</p:tagLst>
</file>

<file path=ppt/tags/tag117.xml><?xml version="1.0" encoding="utf-8"?>
<p:tagLst xmlns:p="http://schemas.openxmlformats.org/presentationml/2006/main">
  <p:tag name="KSO_WM_UNIT_INDEX" val="3"/>
  <p:tag name="KSO_WM_UNIT_TYPE" val="β"/>
  <p:tag name="KSO_WM_BEAUTIFY_FLAG" val="#wm#"/>
</p:tagLst>
</file>

<file path=ppt/tags/tag118.xml><?xml version="1.0" encoding="utf-8"?>
<p:tagLst xmlns:p="http://schemas.openxmlformats.org/presentationml/2006/main">
  <p:tag name="KSO_WM_UNIT_INDEX" val="4"/>
  <p:tag name="KSO_WM_UNIT_TYPE" val="f"/>
  <p:tag name="KSO_WM_UNIT_SUBTYPE" val="a"/>
  <p:tag name="KSO_WM_BEAUTIFY_FLAG" val="#wm#"/>
</p:tagLst>
</file>

<file path=ppt/tags/tag119.xml><?xml version="1.0" encoding="utf-8"?>
<p:tagLst xmlns:p="http://schemas.openxmlformats.org/presentationml/2006/main">
  <p:tag name="KSO_WM_UNIT_TEXT" val="Timeline"/>
  <p:tag name="KSO_WM_UNIT_INDEX" val="1"/>
  <p:tag name="KSO_WM_UNIT_TYPE" val="a"/>
  <p:tag name="KSO_WM_BEAUTIFY_FLAG" val="#wm#"/>
  <p:tag name="KSO_WM_UNIT_ISCONTENTSTITLE" val="0"/>
  <p:tag name="KSO_WM_UNIT_ISNUMDGMTITLE" val="0"/>
  <p:tag name="KSO_WM_UNIT_PRESET_TEXT" val="正文页-预设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ID" val="_7*a*1"/>
  <p:tag name="KSO_WM_UNIT_LAYERLEVEL" val="1"/>
  <p:tag name="KSO_WM_TAG_VERSION" val="3.0"/>
  <p:tag name="KSO_WM_UNIT_CONTENT_GROUP_TYPE" val="titlestyle"/>
</p:tagLst>
</file>

<file path=ppt/tags/tag120.xml><?xml version="1.0" encoding="utf-8"?>
<p:tagLst xmlns:p="http://schemas.openxmlformats.org/presentationml/2006/main">
  <p:tag name="KSO_WM_SLIDE_TYPE" val="text"/>
  <p:tag name="KSO_WM_BEAUTIFY_FLAG" val="#wm#"/>
  <p:tag name="KSO_WM_SPECIAL_SOURCE" val="bdnull"/>
  <p:tag name="KSO_WM_SLIDE_ID" val="custom20230300_8"/>
  <p:tag name="KSO_WM_TEMPLATE_SUBCATEGORY" val="0"/>
  <p:tag name="KSO_WM_TEMPLATE_MASTER_TYPE" val="0"/>
  <p:tag name="KSO_WM_TEMPLATE_COLOR_TYPE" val="0"/>
  <p:tag name="KSO_WM_SLIDE_ITEM_CNT" val="0"/>
  <p:tag name="KSO_WM_SLIDE_INDEX" val="8"/>
  <p:tag name="KSO_WM_TAG_VERSION" val="3.0"/>
  <p:tag name="KSO_WM_TEMPLATE_CATEGORY" val="custom"/>
  <p:tag name="KSO_WM_TEMPLATE_INDEX" val="20230300"/>
  <p:tag name="KSO_WM_SLIDE_LAYOUT" val="a_f"/>
  <p:tag name="KSO_WM_SLIDE_LAYOUT_CNT" val="1_1"/>
  <p:tag name="KSO_WM_SLIDE_SUBTYPE" val="pureTxt"/>
  <p:tag name="KSO_WM_SLIDE_SIZE" val="864*466"/>
  <p:tag name="KSO_WM_SLIDE_POSITION" val="47*25"/>
  <p:tag name="KSO_WM_SLIDE_LAYOUT_NAME" val="标题和内容"/>
</p:tagLst>
</file>

<file path=ppt/tags/tag121.xml><?xml version="1.0" encoding="utf-8"?>
<p:tagLst xmlns:p="http://schemas.openxmlformats.org/presentationml/2006/main">
  <p:tag name="KSO_WM_UNIT_INDEX" val="2"/>
  <p:tag name="KSO_WM_UNIT_TYPE" val="f"/>
  <p:tag name="KSO_WM_UNIT_SUBTYPE" val="a"/>
  <p:tag name="KSO_WM_BEAUTIFY_FLAG" val="#wm#"/>
</p:tagLst>
</file>

<file path=ppt/tags/tag122.xml><?xml version="1.0" encoding="utf-8"?>
<p:tagLst xmlns:p="http://schemas.openxmlformats.org/presentationml/2006/main">
  <p:tag name="KSO_WM_UNIT_INDEX" val="3"/>
  <p:tag name="KSO_WM_UNIT_TYPE" val="β"/>
  <p:tag name="KSO_WM_BEAUTIFY_FLAG" val="#wm#"/>
</p:tagLst>
</file>

<file path=ppt/tags/tag123.xml><?xml version="1.0" encoding="utf-8"?>
<p:tagLst xmlns:p="http://schemas.openxmlformats.org/presentationml/2006/main">
  <p:tag name="KSO_WM_UNIT_TEXT" val="Decision Summary"/>
  <p:tag name="KSO_WM_UNIT_INDEX" val="1"/>
  <p:tag name="KSO_WM_UNIT_TYPE" val="a"/>
  <p:tag name="KSO_WM_BEAUTIFY_FLAG" val="#wm#"/>
  <p:tag name="KSO_WM_UNIT_ISCONTENTSTITLE" val="0"/>
  <p:tag name="KSO_WM_UNIT_ISNUMDGMTITLE" val="0"/>
  <p:tag name="KSO_WM_UNIT_PRESET_TEXT" val="正文页-预设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ID" val="_7*a*1"/>
  <p:tag name="KSO_WM_UNIT_LAYERLEVEL" val="1"/>
  <p:tag name="KSO_WM_TAG_VERSION" val="3.0"/>
  <p:tag name="KSO_WM_UNIT_CONTENT_GROUP_TYPE" val="titlestyle"/>
</p:tagLst>
</file>

<file path=ppt/tags/tag124.xml><?xml version="1.0" encoding="utf-8"?>
<p:tagLst xmlns:p="http://schemas.openxmlformats.org/presentationml/2006/main">
  <p:tag name="KSO_WM_SLIDE_TYPE" val="text"/>
  <p:tag name="KSO_WM_BEAUTIFY_FLAG" val="#wm#"/>
  <p:tag name="KSO_WM_SPECIAL_SOURCE" val="bdnull"/>
  <p:tag name="KSO_WM_SLIDE_ID" val="custom20230300_8"/>
  <p:tag name="KSO_WM_TEMPLATE_SUBCATEGORY" val="0"/>
  <p:tag name="KSO_WM_TEMPLATE_MASTER_TYPE" val="0"/>
  <p:tag name="KSO_WM_TEMPLATE_COLOR_TYPE" val="0"/>
  <p:tag name="KSO_WM_SLIDE_ITEM_CNT" val="0"/>
  <p:tag name="KSO_WM_SLIDE_INDEX" val="8"/>
  <p:tag name="KSO_WM_TAG_VERSION" val="3.0"/>
  <p:tag name="KSO_WM_TEMPLATE_CATEGORY" val="custom"/>
  <p:tag name="KSO_WM_TEMPLATE_INDEX" val="20230300"/>
  <p:tag name="KSO_WM_SLIDE_LAYOUT" val="a_f"/>
  <p:tag name="KSO_WM_SLIDE_LAYOUT_CNT" val="1_1"/>
  <p:tag name="KSO_WM_SLIDE_SUBTYPE" val="pureTxt"/>
  <p:tag name="KSO_WM_SLIDE_SIZE" val="864*466"/>
  <p:tag name="KSO_WM_SLIDE_POSITION" val="47*25"/>
  <p:tag name="KSO_WM_SLIDE_LAYOUT_NAME" val="标题和内容"/>
</p:tagLst>
</file>

<file path=ppt/tags/tag125.xml><?xml version="1.0" encoding="utf-8"?>
<p:tagLst xmlns:p="http://schemas.openxmlformats.org/presentationml/2006/main">
  <p:tag name="KSO_WM_UNIT_INDEX" val="2"/>
  <p:tag name="KSO_WM_UNIT_TYPE" val="f"/>
  <p:tag name="KSO_WM_UNIT_SUBTYPE" val="a"/>
  <p:tag name="KSO_WM_BEAUTIFY_FLAG" val="#wm#"/>
</p:tagLst>
</file>

<file path=ppt/tags/tag126.xml><?xml version="1.0" encoding="utf-8"?>
<p:tagLst xmlns:p="http://schemas.openxmlformats.org/presentationml/2006/main">
  <p:tag name="KSO_WM_UNIT_INDEX" val="3"/>
  <p:tag name="KSO_WM_UNIT_TYPE" val="f"/>
  <p:tag name="KSO_WM_UNIT_SUBTYPE" val="a"/>
  <p:tag name="KSO_WM_BEAUTIFY_FLAG" val="#wm#"/>
</p:tagLst>
</file>

<file path=ppt/tags/tag127.xml><?xml version="1.0" encoding="utf-8"?>
<p:tagLst xmlns:p="http://schemas.openxmlformats.org/presentationml/2006/main">
  <p:tag name="KSO_WM_UNIT_INDEX" val="4"/>
  <p:tag name="KSO_WM_UNIT_TYPE" val="f"/>
  <p:tag name="KSO_WM_UNIT_SUBTYPE" val="a"/>
  <p:tag name="KSO_WM_BEAUTIFY_FLAG" val="#wm#"/>
</p:tagLst>
</file>

<file path=ppt/tags/tag128.xml><?xml version="1.0" encoding="utf-8"?>
<p:tagLst xmlns:p="http://schemas.openxmlformats.org/presentationml/2006/main">
  <p:tag name="KSO_WM_UNIT_INDEX" val="5"/>
  <p:tag name="KSO_WM_UNIT_TYPE" val="f"/>
  <p:tag name="KSO_WM_UNIT_SUBTYPE" val="a"/>
  <p:tag name="KSO_WM_BEAUTIFY_FLAG" val="#wm#"/>
</p:tagLst>
</file>

<file path=ppt/tags/tag129.xml><?xml version="1.0" encoding="utf-8"?>
<p:tagLst xmlns:p="http://schemas.openxmlformats.org/presentationml/2006/main">
  <p:tag name="KSO_WM_UNIT_TEXT" val="Action Plan"/>
  <p:tag name="KSO_WM_UNIT_INDEX" val="1"/>
  <p:tag name="KSO_WM_UNIT_TYPE" val="a"/>
  <p:tag name="KSO_WM_BEAUTIFY_FLAG" val="#wm#"/>
  <p:tag name="KSO_WM_UNIT_ISCONTENTSTITLE" val="0"/>
  <p:tag name="KSO_WM_UNIT_ISNUMDGMTITLE" val="0"/>
  <p:tag name="KSO_WM_UNIT_PRESET_TEXT" val="正文页-预设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ID" val="_7*a*1"/>
  <p:tag name="KSO_WM_UNIT_LAYERLEVEL" val="1"/>
  <p:tag name="KSO_WM_TAG_VERSION" val="3.0"/>
  <p:tag name="KSO_WM_UNIT_CONTENT_GROUP_TYPE" val="titlestyle"/>
</p:tagLst>
</file>

<file path=ppt/tags/tag130.xml><?xml version="1.0" encoding="utf-8"?>
<p:tagLst xmlns:p="http://schemas.openxmlformats.org/presentationml/2006/main">
  <p:tag name="KSO_WM_SLIDE_TYPE" val="text"/>
  <p:tag name="KSO_WM_BEAUTIFY_FLAG" val="#wm#"/>
  <p:tag name="KSO_WM_SPECIAL_SOURCE" val="bdnull"/>
  <p:tag name="KSO_WM_SLIDE_ID" val="custom20230300_8"/>
  <p:tag name="KSO_WM_TEMPLATE_SUBCATEGORY" val="0"/>
  <p:tag name="KSO_WM_TEMPLATE_MASTER_TYPE" val="0"/>
  <p:tag name="KSO_WM_TEMPLATE_COLOR_TYPE" val="0"/>
  <p:tag name="KSO_WM_SLIDE_ITEM_CNT" val="0"/>
  <p:tag name="KSO_WM_SLIDE_INDEX" val="8"/>
  <p:tag name="KSO_WM_TAG_VERSION" val="3.0"/>
  <p:tag name="KSO_WM_TEMPLATE_CATEGORY" val="custom"/>
  <p:tag name="KSO_WM_TEMPLATE_INDEX" val="20230300"/>
  <p:tag name="KSO_WM_SLIDE_LAYOUT" val="a_f"/>
  <p:tag name="KSO_WM_SLIDE_LAYOUT_CNT" val="1_1"/>
  <p:tag name="KSO_WM_SLIDE_SUBTYPE" val="pureTxt"/>
  <p:tag name="KSO_WM_SLIDE_SIZE" val="864*466"/>
  <p:tag name="KSO_WM_SLIDE_POSITION" val="47*25"/>
  <p:tag name="KSO_WM_SLIDE_LAYOUT_NAME" val="标题和内容"/>
</p:tagLst>
</file>

<file path=ppt/tags/tag131.xml><?xml version="1.0" encoding="utf-8"?>
<p:tagLst xmlns:p="http://schemas.openxmlformats.org/presentationml/2006/main">
  <p:tag name="KSO_WM_UNIT_INDEX" val="2"/>
  <p:tag name="KSO_WM_UNIT_TYPE" val="f"/>
  <p:tag name="KSO_WM_UNIT_SUBTYPE" val="a"/>
  <p:tag name="KSO_WM_BEAUTIFY_FLAG" val="#wm#"/>
</p:tagLst>
</file>

<file path=ppt/tags/tag132.xml><?xml version="1.0" encoding="utf-8"?>
<p:tagLst xmlns:p="http://schemas.openxmlformats.org/presentationml/2006/main">
  <p:tag name="KSO_WM_UNIT_INDEX" val="3"/>
  <p:tag name="KSO_WM_UNIT_TYPE" val="β"/>
  <p:tag name="KSO_WM_BEAUTIFY_FLAG" val="#wm#"/>
</p:tagLst>
</file>

<file path=ppt/tags/tag133.xml><?xml version="1.0" encoding="utf-8"?>
<p:tagLst xmlns:p="http://schemas.openxmlformats.org/presentationml/2006/main">
  <p:tag name="KSO_WM_UNIT_TEXT" val="Customer Message"/>
  <p:tag name="KSO_WM_UNIT_INDEX" val="1"/>
  <p:tag name="KSO_WM_UNIT_TYPE" val="a"/>
  <p:tag name="KSO_WM_BEAUTIFY_FLAG" val="#wm#"/>
  <p:tag name="KSO_WM_UNIT_ISCONTENTSTITLE" val="0"/>
  <p:tag name="KSO_WM_UNIT_ISNUMDGMTITLE" val="0"/>
  <p:tag name="KSO_WM_UNIT_PRESET_TEXT" val="正文页-预设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ID" val="_7*a*1"/>
  <p:tag name="KSO_WM_UNIT_LAYERLEVEL" val="1"/>
  <p:tag name="KSO_WM_TAG_VERSION" val="3.0"/>
  <p:tag name="KSO_WM_UNIT_CONTENT_GROUP_TYPE" val="titlestyle"/>
</p:tagLst>
</file>

<file path=ppt/tags/tag134.xml><?xml version="1.0" encoding="utf-8"?>
<p:tagLst xmlns:p="http://schemas.openxmlformats.org/presentationml/2006/main">
  <p:tag name="KSO_WM_SLIDE_TYPE" val="text"/>
  <p:tag name="KSO_WM_BEAUTIFY_FLAG" val="#wm#"/>
  <p:tag name="KSO_WM_SPECIAL_SOURCE" val="bdnull"/>
  <p:tag name="KSO_WM_SLIDE_ID" val="custom20230300_8"/>
  <p:tag name="KSO_WM_TEMPLATE_SUBCATEGORY" val="0"/>
  <p:tag name="KSO_WM_TEMPLATE_MASTER_TYPE" val="0"/>
  <p:tag name="KSO_WM_TEMPLATE_COLOR_TYPE" val="0"/>
  <p:tag name="KSO_WM_SLIDE_ITEM_CNT" val="0"/>
  <p:tag name="KSO_WM_SLIDE_INDEX" val="8"/>
  <p:tag name="KSO_WM_TAG_VERSION" val="3.0"/>
  <p:tag name="KSO_WM_TEMPLATE_CATEGORY" val="custom"/>
  <p:tag name="KSO_WM_TEMPLATE_INDEX" val="20230300"/>
  <p:tag name="KSO_WM_SLIDE_LAYOUT" val="a_f"/>
  <p:tag name="KSO_WM_SLIDE_LAYOUT_CNT" val="1_1"/>
  <p:tag name="KSO_WM_SLIDE_SUBTYPE" val="pureTxt"/>
  <p:tag name="KSO_WM_SLIDE_SIZE" val="864*466"/>
  <p:tag name="KSO_WM_SLIDE_POSITION" val="47*25"/>
  <p:tag name="KSO_WM_SLIDE_LAYOUT_NAME" val="标题和内容"/>
</p:tagLst>
</file>

<file path=ppt/tags/tag135.xml><?xml version="1.0" encoding="utf-8"?>
<p:tagLst xmlns:p="http://schemas.openxmlformats.org/presentationml/2006/main">
  <p:tag name="KSO_WM_UNIT_INDEX" val="2"/>
  <p:tag name="KSO_WM_UNIT_TYPE" val="f"/>
  <p:tag name="KSO_WM_UNIT_SUBTYPE" val="a"/>
  <p:tag name="KSO_WM_BEAUTIFY_FLAG" val="#wm#"/>
</p:tagLst>
</file>

<file path=ppt/tags/tag136.xml><?xml version="1.0" encoding="utf-8"?>
<p:tagLst xmlns:p="http://schemas.openxmlformats.org/presentationml/2006/main">
  <p:tag name="KSO_WM_UNIT_INDEX" val="3"/>
  <p:tag name="KSO_WM_UNIT_TYPE" val="f"/>
  <p:tag name="KSO_WM_UNIT_SUBTYPE" val="a"/>
  <p:tag name="KSO_WM_BEAUTIFY_FLAG" val="#wm#"/>
</p:tagLst>
</file>

<file path=ppt/tags/tag137.xml><?xml version="1.0" encoding="utf-8"?>
<p:tagLst xmlns:p="http://schemas.openxmlformats.org/presentationml/2006/main">
  <p:tag name="KSO_WM_UNIT_INDEX" val="4"/>
  <p:tag name="KSO_WM_UNIT_TYPE" val="f"/>
  <p:tag name="KSO_WM_UNIT_SUBTYPE" val="a"/>
  <p:tag name="KSO_WM_BEAUTIFY_FLAG" val="#wm#"/>
</p:tagLst>
</file>

<file path=ppt/tags/tag138.xml><?xml version="1.0" encoding="utf-8"?>
<p:tagLst xmlns:p="http://schemas.openxmlformats.org/presentationml/2006/main">
  <p:tag name="KSO_WM_UNIT_TEXT" val="Reference - Action Table"/>
  <p:tag name="KSO_WM_UNIT_INDEX" val="1"/>
  <p:tag name="KSO_WM_UNIT_TYPE" val="a"/>
  <p:tag name="KSO_WM_BEAUTIFY_FLAG" val="#wm#"/>
  <p:tag name="KSO_WM_UNIT_ISCONTENTSTITLE" val="0"/>
  <p:tag name="KSO_WM_UNIT_ISNUMDGMTITLE" val="0"/>
  <p:tag name="KSO_WM_UNIT_PRESET_TEXT" val="正文页-预设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ID" val="_7*a*1"/>
  <p:tag name="KSO_WM_UNIT_LAYERLEVEL" val="1"/>
  <p:tag name="KSO_WM_TAG_VERSION" val="3.0"/>
  <p:tag name="KSO_WM_UNIT_CONTENT_GROUP_TYPE" val="titlestyle"/>
</p:tagLst>
</file>

<file path=ppt/tags/tag139.xml><?xml version="1.0" encoding="utf-8"?>
<p:tagLst xmlns:p="http://schemas.openxmlformats.org/presentationml/2006/main">
  <p:tag name="KSO_WM_SLIDE_TYPE" val="text"/>
  <p:tag name="KSO_WM_BEAUTIFY_FLAG" val="#wm#"/>
  <p:tag name="KSO_WM_SPECIAL_SOURCE" val="bdnull"/>
  <p:tag name="KSO_WM_SLIDE_ID" val="custom20230300_8"/>
  <p:tag name="KSO_WM_TEMPLATE_SUBCATEGORY" val="0"/>
  <p:tag name="KSO_WM_TEMPLATE_MASTER_TYPE" val="0"/>
  <p:tag name="KSO_WM_TEMPLATE_COLOR_TYPE" val="0"/>
  <p:tag name="KSO_WM_SLIDE_ITEM_CNT" val="0"/>
  <p:tag name="KSO_WM_SLIDE_INDEX" val="8"/>
  <p:tag name="KSO_WM_TAG_VERSION" val="3.0"/>
  <p:tag name="KSO_WM_TEMPLATE_CATEGORY" val="custom"/>
  <p:tag name="KSO_WM_TEMPLATE_INDEX" val="20230300"/>
  <p:tag name="KSO_WM_SLIDE_LAYOUT" val="a_f"/>
  <p:tag name="KSO_WM_SLIDE_LAYOUT_CNT" val="1_1"/>
  <p:tag name="KSO_WM_SLIDE_SUBTYPE" val="pureTxt"/>
  <p:tag name="KSO_WM_SLIDE_SIZE" val="864*466"/>
  <p:tag name="KSO_WM_SLIDE_POSITION" val="47*25"/>
  <p:tag name="KSO_WM_SLIDE_LAYOUT_NAME" val="标题和内容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">
  <a:themeElements>
    <a:clrScheme name="自定义 8">
      <a:dk1>
        <a:srgbClr val="000000"/>
      </a:dk1>
      <a:lt1>
        <a:srgbClr val="FFFFFF"/>
      </a:lt1>
      <a:dk2>
        <a:srgbClr val="2A5043"/>
      </a:dk2>
      <a:lt2>
        <a:srgbClr val="F2F8F6"/>
      </a:lt2>
      <a:accent1>
        <a:srgbClr val="549A54"/>
      </a:accent1>
      <a:accent2>
        <a:srgbClr val="4E9574"/>
      </a:accent2>
      <a:accent3>
        <a:srgbClr val="499094"/>
      </a:accent3>
      <a:accent4>
        <a:srgbClr val="66958F"/>
      </a:accent4>
      <a:accent5>
        <a:srgbClr val="A7A666"/>
      </a:accent5>
      <a:accent6>
        <a:srgbClr val="E7B63D"/>
      </a:accent6>
      <a:hlink>
        <a:srgbClr val="FFC000"/>
      </a:hlink>
      <a:folHlink>
        <a:srgbClr val="0EE29F"/>
      </a:folHlink>
    </a:clrScheme>
    <a:fontScheme name="自定义 30">
      <a:majorFont>
        <a:latin typeface="站酷文艺体"/>
        <a:ea typeface="站酷文艺体"/>
        <a:cs typeface=""/>
      </a:majorFont>
      <a:minorFont>
        <a:latin typeface="MiSans Normal"/>
        <a:ea typeface="MiSans Norma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A1D6E7"/>
        </a:solidFill>
        <a:ln>
          <a:noFill/>
        </a:ln>
      </a:spPr>
      <a:bodyPr rtlCol="0" anchor="ctr"/>
      <a:lstStyle>
        <a:defPPr algn="ctr">
          <a:defRPr dirty="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1239</Words>
  <Application>WPS 演示</Application>
  <PresentationFormat>On-screen Show (4:3)</PresentationFormat>
  <Paragraphs>174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8</vt:i4>
      </vt:variant>
    </vt:vector>
  </HeadingPairs>
  <TitlesOfParts>
    <vt:vector size="26" baseType="lpstr">
      <vt:lpstr>Arial</vt:lpstr>
      <vt:lpstr>宋体</vt:lpstr>
      <vt:lpstr>Wingdings</vt:lpstr>
      <vt:lpstr>Arial</vt:lpstr>
      <vt:lpstr>汉仪书宋二KW</vt:lpstr>
      <vt:lpstr>Calibri</vt:lpstr>
      <vt:lpstr>Helvetica Neue</vt:lpstr>
      <vt:lpstr>微软雅黑</vt:lpstr>
      <vt:lpstr>汉仪旗黑</vt:lpstr>
      <vt:lpstr>宋体</vt:lpstr>
      <vt:lpstr>Arial Unicode MS</vt:lpstr>
      <vt:lpstr>Wingdings</vt:lpstr>
      <vt:lpstr>苹方-简</vt:lpstr>
      <vt:lpstr>MiSans Normal</vt:lpstr>
      <vt:lpstr>站酷文艺体</vt:lpstr>
      <vt:lpstr>华文宋体</vt:lpstr>
      <vt:lpstr>Office Theme</vt:lpstr>
      <vt:lpstr>1_Office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Le丶rapide</cp:lastModifiedBy>
  <cp:revision>2</cp:revision>
  <dcterms:created xsi:type="dcterms:W3CDTF">2026-06-23T07:18:55Z</dcterms:created>
  <dcterms:modified xsi:type="dcterms:W3CDTF">2026-06-23T07:18:55Z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32AC85C3DE516A085F333A6A895BB676_42</vt:lpwstr>
  </property>
  <property fmtid="{D5CDD505-2E9C-101B-9397-08002B2CF9AE}" pid="3" name="KSOProductBuildVer">
    <vt:lpwstr>2052-12.1.24031.24031</vt:lpwstr>
  </property>
</Properties>
</file>