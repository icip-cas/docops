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Georgia"/>
              </a:rPr>
              <a:t>Status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498079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500">
                <a:solidFill>
                  <a:srgbClr val="444444"/>
                </a:solidFill>
                <a:latin typeface="Arial"/>
              </a:rPr>
              <a:t>Vendor is kinda late again.</a:t>
            </a:r>
          </a:p>
          <a:p>
            <a:pPr/>
            <a:r>
              <a:rPr sz="1500">
                <a:solidFill>
                  <a:srgbClr val="444444"/>
                </a:solidFill>
                <a:latin typeface="Arial"/>
              </a:rPr>
              <a:t>Install date still feels super fuzzy.</a:t>
            </a:r>
          </a:p>
          <a:p>
            <a:pPr/>
            <a:r>
              <a:rPr sz="1500">
                <a:solidFill>
                  <a:srgbClr val="444444"/>
                </a:solidFill>
                <a:latin typeface="Arial"/>
              </a:rPr>
              <a:t>Client update can probably wait.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