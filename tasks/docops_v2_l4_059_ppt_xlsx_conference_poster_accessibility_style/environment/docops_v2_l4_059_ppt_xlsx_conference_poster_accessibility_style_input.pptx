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777777"/>
                </a:solidFill>
                <a:latin typeface="Arial"/>
              </a:rPr>
              <a:t>Conference Poster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poster layout; wrong size, missing caption, inconsistent card colors.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777777"/>
                </a:solidFill>
                <a:latin typeface="Arial"/>
              </a:rPr>
              <a:t>Scratch Notes - Remove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poster layout; wrong size, missing caption, inconsistent card colors.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777777"/>
                </a:solidFill>
                <a:latin typeface="Arial"/>
              </a:rPr>
              <a:t>Uncaptioned Evidence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poster layout; wrong size, missing caption, inconsistent card colors.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