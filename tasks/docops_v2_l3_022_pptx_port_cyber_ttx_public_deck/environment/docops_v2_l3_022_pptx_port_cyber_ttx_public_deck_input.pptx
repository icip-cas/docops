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PRIVATE: ransomware attribution and law-enforcement-sensitive details. Personal phone 555-0108.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style only; remove this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correction log. Do not disclose.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public after-action frame and confirm the deck excludes confidential investigative details. PRIVATE add board blame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exercise scope. INTERNAL: insurer call happened at 15:00.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timeline. PRIVATE: ransomware attribution remains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board blame. Personal phone 555-0133.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decisions. PRIVATE name vendor in closed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impacts. INTERNAL include insurer call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recovery target 36 hours. PRIVATE vendor invoice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communications. PRIVATE law-enforcement-sensitive details removed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commitments. INTERNAL board blame appendix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DRAFT Port Azure Cyber Tabletop Working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F2933"/>
                </a:solidFill>
                <a:latin typeface="Arial"/>
              </a:rPr>
              <a:t>PRIVATE exercise draft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ransomware attribution theory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insurer call scheduled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personal phone 555-0108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Trebuchet MS"/>
              </a:rPr>
              <a:t>Style Reference - Public Cyber Briefing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933"/>
                </a:solidFill>
                <a:latin typeface="Arial"/>
              </a:rPr>
              <a:t>Title background: 0B1F33</a:t>
            </a:r>
          </a:p>
          <a:p>
            <a:r>
              <a:rPr sz="1800">
                <a:solidFill>
                  <a:srgbClr val="1F2933"/>
                </a:solidFill>
                <a:latin typeface="Arial"/>
              </a:rPr>
              <a:t>Content background: F5F7FA</a:t>
            </a:r>
          </a:p>
          <a:p>
            <a:r>
              <a:rPr sz="1800">
                <a:solidFill>
                  <a:srgbClr val="1F2933"/>
                </a:solidFill>
                <a:latin typeface="Arial"/>
              </a:rPr>
              <a:t>Accent: 00A896</a:t>
            </a:r>
          </a:p>
          <a:p>
            <a:r>
              <a:rPr sz="1800">
                <a:solidFill>
                  <a:srgbClr val="1F2933"/>
                </a:solidFill>
                <a:latin typeface="Arial"/>
              </a:rPr>
              <a:t>Titles: Trebuchet MS bold</a:t>
            </a:r>
          </a:p>
          <a:p>
            <a:r>
              <a:rPr sz="1800">
                <a:solidFill>
                  <a:srgbClr val="1F2933"/>
                </a:solidFill>
                <a:latin typeface="Arial"/>
              </a:rPr>
              <a:t>Footer: Port Azure Public After-Action Briefing |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Style scratch |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Correction Log /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F2933"/>
                </a:solidFill>
                <a:latin typeface="Arial"/>
              </a:rPr>
              <a:t>Terminal 3 -&gt; Terminal 2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Crane PLC outage 74 minutes -&gt; 47 minutes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Public update 11:20 -&gt; 11:05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Recovery target 36 hours -&gt; 24 hours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CISO Dana Rhee -&gt; CISO Dana 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Port Azure Cyber Tabletop Exercise: Public After-Action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F2933"/>
                </a:solidFill>
                <a:latin typeface="Arial"/>
              </a:rPr>
              <a:t>Public after-action briefing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Exercise date: 2026-08-03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Prepared for the Port Resilience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Exercise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F2933"/>
                </a:solidFill>
                <a:latin typeface="Arial"/>
              </a:rPr>
              <a:t>Scenario: degraded terminal scheduling and public communications pressure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Scope includes Terminal 3 gate scheduling, appointment restoration, and external communications.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Scope excludes threat attribution and confidential law-enforcement actions.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scratch: unpaid invoice may have triggered vendor delay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Incident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Public Event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08:40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Phishing report escalated to security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09:15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Terminal 3 gate scheduling degraded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Contained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10:05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Crane PLC monitoring shifted to manual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74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11:20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First public update released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14:30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Terminal appointment system restored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PRIVATE Board Blame and Unpaid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F2933"/>
                </a:solidFill>
                <a:latin typeface="Arial"/>
              </a:rPr>
              <a:t>board blame talking points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unpaid invoice escalation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law-enforcement-sensitive request log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do not disclose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Decision 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Decision ID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Public Rationale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DEC-01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Shift gate scheduling to manual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Maintain container release while systems are 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DEC-02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Activate public advisory banner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Provide consistent customer-facing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DEC-03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Prioritize appointment restoration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Limit extended terminal congestion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DEC-04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Hold threat-attribution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Avoid nonpublic investigative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Operational Impact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Public Impact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Recovery Owner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Gate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Intermittent delays at Terminal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74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Container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Manual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Port Police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Reefer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No public service interruption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0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Facilities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Public 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Advisory banner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3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Recovery Priorities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Validate identity reset for port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CISO Dana Rhee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2026-08-04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Compress public update approval path to 20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2026-08-07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Document manual gate scheduling drill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2026-08-14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Publish recovery progress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2026-08-10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Public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F2933"/>
                </a:solidFill>
                <a:latin typeface="Arial"/>
              </a:rPr>
              <a:t>First public update released at 11:20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Customer advisory banner remained active until appointment restoration.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Next public dashboard update scheduled for 2026-08-10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scratch: do not disclose insurer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After-Action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F2933"/>
                </a:solidFill>
                <a:latin typeface="Arial"/>
              </a:rPr>
              <a:t>Complete identity reset validation by 2026-08-04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Reduce public update approval path to 20 minutes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Run manual gate scheduling drill each quarter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Publish recovery progress dashboard by 2026-08-10</a:t>
            </a:r>
          </a:p>
          <a:p>
            <a:r>
              <a:rPr sz="1700">
                <a:solidFill>
                  <a:srgbClr val="1F2933"/>
                </a:solidFill>
                <a:latin typeface="Arial"/>
              </a:rPr>
              <a:t>Recovery target 36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cyber tabletop working deck | do not disclose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