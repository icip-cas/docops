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both reference slides unchanged.</a:t>
            </a:r>
          </a:p>
          <a:p>
            <a:r>
              <a:t>Title slide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the three placeholder summary lines.</a:t>
            </a:r>
          </a:p>
          <a:p>
            <a:r>
              <a:t>Preserve closing slide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Refresh the risk table before the divider.</a:t>
            </a:r>
          </a:p>
          <a:p>
            <a:r>
              <a:t>Preserve table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 the appendix and quote slides after this divider.</a:t>
            </a:r>
          </a:p>
          <a:p>
            <a:r>
              <a:t>Divider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closing slide after the inserted appendix content.</a:t>
            </a:r>
          </a:p>
          <a:p>
            <a:r>
              <a:t>Preserve closing slide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slide; duplicate this layout for the inserted appendix.</a:t>
            </a:r>
          </a:p>
          <a:p>
            <a:r>
              <a:t>Preserve image placement and footer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slide; duplicate this layout for the inserted quote slide.</a:t>
            </a:r>
          </a:p>
          <a:p>
            <a:r>
              <a:t>Use this layout as the template for Layout Reference - Quote Callout.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Policy Readout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0972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Arial"/>
              </a:defRPr>
            </a:pPr>
            <a:r>
              <a:t>Workflow-locked appendix and quote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126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Keep both reference slides unchanged.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65836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Arial"/>
              </a:defRPr>
            </a:pPr>
            <a:r>
              <a:t>[Fill]</a:t>
            </a:r>
          </a:p>
          <a:p>
            <a:pPr>
              <a:defRPr sz="1500">
                <a:latin typeface="Arial"/>
              </a:defRPr>
            </a:pPr>
            <a:r>
              <a:t>[Fill]</a:t>
            </a:r>
          </a:p>
          <a:p>
            <a:pPr>
              <a:defRPr sz="1500">
                <a:latin typeface="Arial"/>
              </a:defRPr>
            </a:pPr>
            <a:r>
              <a:t>[Fill]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893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Replace the three placeholder summary 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Risks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7406640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/>
                <a:gridCol w="3703320"/>
              </a:tblGrid>
              <a:tr h="566928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>
                    <a:solidFill>
                      <a:srgbClr val="384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>
                    <a:solidFill>
                      <a:srgbClr val="384A5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9893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Refresh the risk table before the divider.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84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Evidence Divider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Insert the appendix and quote slides after this divider.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65836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893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Keep this closing slide after the inserted appendix content.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Layout Reference - Evidence Appendix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34440"/>
            <a:ext cx="74066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384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463040"/>
            <a:ext cx="704088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9893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Reference slide; duplicate this layout for the inserted appendix.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Layout Reference - Quote Callout</a:t>
            </a:r>
          </a:p>
        </p:txBody>
      </p:sp>
      <p:pic>
        <p:nvPicPr>
          <p:cNvPr id="3" name="Picture 2" descr="_pp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29184"/>
            <a:ext cx="914400" cy="3200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9808" y="1325880"/>
            <a:ext cx="2148840" cy="3108960"/>
          </a:xfrm>
          <a:prstGeom prst="roundRect">
            <a:avLst/>
          </a:prstGeom>
          <a:solidFill>
            <a:srgbClr val="E6F1E7"/>
          </a:solidFill>
          <a:ln>
            <a:solidFill>
              <a:srgbClr val="384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latin typeface="Arial"/>
              </a:defRPr>
            </a:pPr>
            <a:r>
              <a:t>Question 1</a:t>
            </a:r>
          </a:p>
          <a:p>
            <a:pPr>
              <a:defRPr sz="1200">
                <a:latin typeface="Arial"/>
              </a:defRPr>
            </a:pPr>
            <a:r>
              <a:t>[Fill]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81527" y="1325880"/>
            <a:ext cx="2148840" cy="3108960"/>
          </a:xfrm>
          <a:prstGeom prst="roundRect">
            <a:avLst/>
          </a:prstGeom>
          <a:solidFill>
            <a:srgbClr val="FDF1CF"/>
          </a:solidFill>
          <a:ln>
            <a:solidFill>
              <a:srgbClr val="384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latin typeface="Arial"/>
              </a:defRPr>
            </a:pPr>
            <a:r>
              <a:t>Question 2</a:t>
            </a:r>
          </a:p>
          <a:p>
            <a:pPr>
              <a:defRPr sz="1200">
                <a:latin typeface="Arial"/>
              </a:defRPr>
            </a:pPr>
            <a:r>
              <a:t>[Fill]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13248" y="1325880"/>
            <a:ext cx="2148840" cy="3108960"/>
          </a:xfrm>
          <a:prstGeom prst="roundRect">
            <a:avLst/>
          </a:prstGeom>
          <a:solidFill>
            <a:srgbClr val="E6F1E7"/>
          </a:solidFill>
          <a:ln>
            <a:solidFill>
              <a:srgbClr val="384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latin typeface="Arial"/>
              </a:defRPr>
            </a:pPr>
            <a:r>
              <a:t>Question 3</a:t>
            </a:r>
          </a:p>
          <a:p>
            <a:pPr>
              <a:defRPr sz="1200">
                <a:latin typeface="Arial"/>
              </a:defRPr>
            </a:pPr>
            <a:r>
              <a:t>[Fill]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9893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Reference slide; duplicate this layout for the inserted quote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