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trainer scratch notes;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trainer scratch notes;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trainer scratch notes;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trainer scratch notes;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trainer scratch notes;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trainer scratch notes;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trainer scratch notes;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trainer scratch notes;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trainer scratch notes;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F2937"/>
                </a:solidFill>
                <a:latin typeface="Arial"/>
              </a:rPr>
              <a:t>DRAFT Lab Safety Refresher - INTERNAL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Old course TLS-2025-04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Effective date 2025-04-15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7510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Room B301 and BSL-3 practices listed by mistake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140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Contact Dr. Mira Holt 555-0182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91C1C"/>
                </a:solidFill>
                <a:latin typeface="Arial"/>
              </a:rPr>
              <a:t>DRAFT - INTERNAL ONLY - TRAINER COPY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F2937"/>
                </a:solidFill>
                <a:latin typeface="Arial"/>
              </a:rPr>
              <a:t>Incident Memo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Internal incident memo should be removed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hydrofluoric acid example is not part of this teaching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7510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animal colony procedure belongs to another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91C1C"/>
                </a:solidFill>
                <a:latin typeface="Arial"/>
              </a:rPr>
              <a:t>DRAFT - INTERNAL ONLY - TRAINER COPY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F2937"/>
                </a:solidFill>
                <a:latin typeface="Arial"/>
              </a:rPr>
              <a:t>PPE Slide - Outdated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Goggles optional wording is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Lab rooms not corrected to B214 and B216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7510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No sequence for donning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91C1C"/>
                </a:solidFill>
                <a:latin typeface="Arial"/>
              </a:rPr>
              <a:t>DRAFT - INTERNAL ONLY - TRAINER COPY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F2937"/>
                </a:solidFill>
                <a:latin typeface="Arial"/>
              </a:rPr>
              <a:t>Waste Notes Scratchpad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Labels missing accumulation start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Quiz answers not public-safe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7510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No release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91C1C"/>
                </a:solidFill>
                <a:latin typeface="Arial"/>
              </a:rPr>
              <a:t>DRAFT - INTERNAL ONLY - TRAINER COPY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F2937"/>
                </a:solidFill>
                <a:latin typeface="Arial"/>
              </a:rPr>
              <a:t>Duplicate Role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DRAFT roles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Named trainer Dr. Mira Holt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7510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Room B301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91C1C"/>
                </a:solidFill>
                <a:latin typeface="Arial"/>
              </a:rPr>
              <a:t>DRAFT - INTERNAL ONLY - TRAINER COPY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F2937"/>
                </a:solidFill>
                <a:latin typeface="Arial"/>
              </a:rPr>
              <a:t>Old Quiz 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Question about BSL-3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Question about hydrofluoric acid spill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7510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- Remove before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91C1C"/>
                </a:solidFill>
                <a:latin typeface="Arial"/>
              </a:rPr>
              <a:t>DRAFT - INTERNAL ONLY - TRAINER COPY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rial"/>
              </a:rPr>
              <a:t>Appendix - Old Signoff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rial"/>
              </a:rPr>
              <a:t>- Dr. Mira Holt approved TLS-2025-04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rial"/>
              </a:rPr>
              <a:t>- 555-0182 listed for escalation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rial"/>
              </a:rPr>
              <a:t>- Room B301 walkthrough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B91C1C"/>
                </a:solidFill>
                <a:latin typeface="Arial"/>
              </a:rPr>
              <a:t>DRAFT - INTERNAL ONLY - remove appendix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rial"/>
              </a:rPr>
              <a:t>Appendix - Out of Scope Chemical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rial"/>
              </a:rPr>
              <a:t>- hydrofluoric acid spill procedure belongs to a different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rial"/>
              </a:rPr>
              <a:t>- BSL-3 gowning language must be removed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rial"/>
              </a:rPr>
              <a:t>- animal colony reminder is out of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B91C1C"/>
                </a:solidFill>
                <a:latin typeface="Arial"/>
              </a:rPr>
              <a:t>DRAFT - INTERNAL ONLY - remove appendix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937"/>
                </a:solidFill>
                <a:latin typeface="Arial"/>
              </a:rPr>
              <a:t>Appendix - Retired Footer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rial"/>
              </a:rPr>
              <a:t>- DRAFT legacy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rial"/>
              </a:rPr>
              <a:t>- INTERNAL ONLY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rial"/>
              </a:rPr>
              <a:t>- No speaker notes for public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B91C1C"/>
                </a:solidFill>
                <a:latin typeface="Arial"/>
              </a:rPr>
              <a:t>DRAFT - INTERNAL ONLY - remove 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