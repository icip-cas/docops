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 date: TBD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Owner: 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Detailed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Final launch date confirmed as 25 July.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Final action owner: Elena Park.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Training pack remains in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