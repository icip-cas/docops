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decision reference slide unchanged.</a:t>
            </a:r>
          </a:p>
          <a:p>
            <a:r>
              <a:t>Title slide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Metrics must mirror the workbook values.</a:t>
            </a:r>
          </a:p>
          <a:p>
            <a:r>
              <a:t>Metrics should mirror workbook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live table after the inserted decision slide.</a:t>
            </a:r>
          </a:p>
          <a:p>
            <a:r>
              <a:t>Preserve table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closing slide at the end of the live storyline.</a:t>
            </a:r>
          </a:p>
          <a:p>
            <a:r>
              <a:t>Preserve closing slide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slide; duplicate this layout for the inserted decision slide.</a:t>
            </a:r>
          </a:p>
          <a:p>
            <a:r>
              <a:t>Use this layout as the template for Layout Reference - Decision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rial"/>
              </a:defRPr>
            </a:pPr>
            <a:r>
              <a:t>Monthly Board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09728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Arial"/>
              </a:defRPr>
            </a:pPr>
            <a:r>
              <a:t>Workflow-locked board update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126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Keep the decision reference slide unchanged.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Arial"/>
              </a:defRPr>
            </a:pPr>
            <a:r>
              <a:t>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2148840" cy="1280160"/>
          </a:xfrm>
          <a:prstGeom prst="roundRect">
            <a:avLst/>
          </a:prstGeom>
          <a:solidFill>
            <a:srgbClr val="DCEA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t>Open Actions</a:t>
            </a:r>
          </a:p>
          <a:p>
            <a:pPr>
              <a:defRPr sz="2400" b="1">
                <a:latin typeface="Arial"/>
              </a:defRPr>
            </a:pPr>
            <a:r>
              <a:t>[Fill]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63239" y="1417320"/>
            <a:ext cx="2148840" cy="1280160"/>
          </a:xfrm>
          <a:prstGeom prst="roundRect">
            <a:avLst/>
          </a:prstGeom>
          <a:solidFill>
            <a:srgbClr val="DCEA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t>Late Items</a:t>
            </a:r>
          </a:p>
          <a:p>
            <a:pPr>
              <a:defRPr sz="2400" b="1">
                <a:latin typeface="Arial"/>
              </a:defRPr>
            </a:pPr>
            <a:r>
              <a:t>[Fill]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59" y="1417320"/>
            <a:ext cx="2148840" cy="1280160"/>
          </a:xfrm>
          <a:prstGeom prst="roundRect">
            <a:avLst/>
          </a:prstGeom>
          <a:solidFill>
            <a:srgbClr val="DCEA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t>Completed</a:t>
            </a:r>
          </a:p>
          <a:p>
            <a:pPr>
              <a:defRPr sz="2400" b="1">
                <a:latin typeface="Arial"/>
              </a:defRPr>
            </a:pPr>
            <a:r>
              <a:t>[Fill]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08076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Metrics must mirror the workbook values.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Action Tracker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7406640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  <a:gridCol w="2468880"/>
              </a:tblGrid>
              <a:tr h="566928"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>
                    <a:solidFill>
                      <a:srgbClr val="384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Action</a:t>
                      </a:r>
                    </a:p>
                  </a:txBody>
                  <a:tcPr>
                    <a:solidFill>
                      <a:srgbClr val="384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Due</a:t>
                      </a:r>
                    </a:p>
                  </a:txBody>
                  <a:tcPr>
                    <a:solidFill>
                      <a:srgbClr val="384A5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98932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Keep this live table after the inserted decision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65836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8932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Keep the closing slide at the end of the live storyline.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Layout Reference - Decision Card</a:t>
            </a:r>
          </a:p>
        </p:txBody>
      </p:sp>
      <p:pic>
        <p:nvPicPr>
          <p:cNvPr id="3" name="Picture 2" descr="_pp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329184"/>
            <a:ext cx="914400" cy="3200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9808" y="1325880"/>
            <a:ext cx="2148840" cy="3108960"/>
          </a:xfrm>
          <a:prstGeom prst="roundRect">
            <a:avLst/>
          </a:prstGeom>
          <a:solidFill>
            <a:srgbClr val="E6F1E7"/>
          </a:solidFill>
          <a:ln>
            <a:solidFill>
              <a:srgbClr val="384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latin typeface="Arial"/>
              </a:defRPr>
            </a:pPr>
            <a:r>
              <a:t>Decision A</a:t>
            </a:r>
          </a:p>
          <a:p>
            <a:pPr>
              <a:defRPr sz="1200">
                <a:latin typeface="Arial"/>
              </a:defRPr>
            </a:pPr>
            <a:r>
              <a:t>[Fill]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81527" y="1325880"/>
            <a:ext cx="2148840" cy="3108960"/>
          </a:xfrm>
          <a:prstGeom prst="roundRect">
            <a:avLst/>
          </a:prstGeom>
          <a:solidFill>
            <a:srgbClr val="FDF1CF"/>
          </a:solidFill>
          <a:ln>
            <a:solidFill>
              <a:srgbClr val="384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latin typeface="Arial"/>
              </a:defRPr>
            </a:pPr>
            <a:r>
              <a:t>Decision B</a:t>
            </a:r>
          </a:p>
          <a:p>
            <a:pPr>
              <a:defRPr sz="1200">
                <a:latin typeface="Arial"/>
              </a:defRPr>
            </a:pPr>
            <a:r>
              <a:t>[Fill]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13248" y="1325880"/>
            <a:ext cx="2148840" cy="3108960"/>
          </a:xfrm>
          <a:prstGeom prst="roundRect">
            <a:avLst/>
          </a:prstGeom>
          <a:solidFill>
            <a:srgbClr val="E6F1E7"/>
          </a:solidFill>
          <a:ln>
            <a:solidFill>
              <a:srgbClr val="384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latin typeface="Arial"/>
              </a:defRPr>
            </a:pPr>
            <a:r>
              <a:t>Decision C</a:t>
            </a:r>
          </a:p>
          <a:p>
            <a:pPr>
              <a:defRPr sz="1200">
                <a:latin typeface="Arial"/>
              </a:defRPr>
            </a:pPr>
            <a:r>
              <a:t>[Fill]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98932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Reference slide; duplicate this layout for the inserted decision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