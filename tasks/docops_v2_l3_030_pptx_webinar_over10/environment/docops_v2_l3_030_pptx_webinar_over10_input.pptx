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Draft: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Old 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Scratch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Draft: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 TBD</a:t>
            </a:r>
          </a:p>
          <a:p>
            <a:r>
              <a:t>Q2 TBD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Draft: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Onboarding Webinar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Draft: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Check audio</a:t>
            </a:r>
          </a:p>
          <a:p>
            <a:r>
              <a:t>Open poll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Draft: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Walk through account activation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Reference -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 not change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Draft: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Send follow-up</a:t>
            </a:r>
          </a:p>
          <a:p>
            <a:r>
              <a:t>Assign owner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Deprecated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