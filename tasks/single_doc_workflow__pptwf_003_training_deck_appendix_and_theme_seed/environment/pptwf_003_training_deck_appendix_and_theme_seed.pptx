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48">
                <a:solidFill>
                  <a:srgbClr val="1F4E79"/>
                </a:solidFill>
              </a:rPr>
              <a:t>Layout Reference -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40">
                <a:solidFill>
                  <a:srgbClr val="444444"/>
                </a:solidFill>
              </a:rPr>
              <a:t>Reference layout for the comparison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2"/>
              <a:t>LOCKED LAYOUT FOOTER - use this spacing and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Training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Workflow-locked training publication</a:t>
            </a:r>
          </a:p>
          <a:p>
            <a:pPr/>
            <a:r>
              <a:rPr sz="1152"/>
              <a:t>Draft: Keep the comparison card layout aligned.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Module 1</a:t>
            </a:r>
          </a:p>
          <a:p>
            <a:pPr/>
            <a:r>
              <a:rPr sz="1152"/>
              <a:t>Draft: Module 2</a:t>
            </a:r>
          </a:p>
          <a:p>
            <a:pPr/>
            <a:r>
              <a:rPr sz="1152"/>
              <a:t>Draft: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Checklist item A</a:t>
            </a:r>
          </a:p>
          <a:p>
            <a:pPr/>
            <a:r>
              <a:rPr sz="1152"/>
              <a:t>Draft: Checklist item B</a:t>
            </a:r>
          </a:p>
          <a:p>
            <a:pPr/>
            <a:r>
              <a:rPr sz="1152"/>
              <a:t>Draft: Checklist item 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Draft: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Draft: Editor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Draft: Appendix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Draft: PMO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Appendix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Appendix begins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Old Appendix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Superseded draft slide. Remove this slide before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