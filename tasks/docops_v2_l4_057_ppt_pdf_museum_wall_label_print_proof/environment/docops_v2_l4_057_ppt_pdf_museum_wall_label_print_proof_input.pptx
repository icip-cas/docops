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Georgia"/>
              </a:rPr>
              <a:t>Wall Label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label deck uses wrong widescreen size, includes restricted OBJ-133, and lacks print proof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Georgia"/>
              </a:rPr>
              <a:t>Rights Scratch - 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label deck uses wrong widescreen size, includes restricted OBJ-133, and lacks print proof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Georgia"/>
              </a:rPr>
              <a:t>Label Grid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label deck uses wrong widescreen size, includes restricted OBJ-133, and lacks print proof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