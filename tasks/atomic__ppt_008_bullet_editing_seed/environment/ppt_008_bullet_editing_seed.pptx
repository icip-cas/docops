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0241280" cy="731520"/>
          </a:xfrm>
          <a:prstGeom prst="rect">
            <a:avLst/>
          </a:prstGeom>
          <a:noFill/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600" b="1">
                <a:solidFill>
                  <a:srgbClr val="141414"/>
                </a:solidFill>
              </a:rPr>
              <a:t>Client Update Draft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737360"/>
            <a:ext cx="9784080" cy="3108960"/>
          </a:xfrm>
          <a:prstGeom prst="rect">
            <a:avLst/>
          </a:prstGeom>
          <a:solidFill>
            <a:srgbClr val="FFF5E6"/>
          </a:solidFill>
          <a:ln>
            <a:solidFill>
              <a:srgbClr val="BEA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200" b="0">
                <a:solidFill>
                  <a:srgbClr val="141414"/>
                </a:solidFill>
              </a:rPr>
              <a:t>Draft bullets:
- This is dragging and your team still has not fixed the paperwork.
- We need the corrected files today because everyone is losing patience.
- If this slips again, the steering team will be furious.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