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Draft note: decision owner TBD.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Locked legal note: preserve exact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Draft: QBR Release Deck - Working Copy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E6F5"/>
                </a:solidFill>
              </a:defRPr>
            </a:pPr>
            <a:r>
              <a:t>Internal staging deck; remove draft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67665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23746"/>
                </a:solidFill>
              </a:defRPr>
            </a:pPr>
            <a:r>
              <a:t>Old quarter narrative</a:t>
            </a:r>
          </a:p>
          <a:p>
            <a:pPr>
              <a:defRPr sz="1700">
                <a:solidFill>
                  <a:srgbClr val="323746"/>
                </a:solidFill>
              </a:defRPr>
            </a:pPr>
            <a:r>
              <a:t>Agenda not synced</a:t>
            </a:r>
          </a:p>
          <a:p>
            <a:pPr>
              <a:defRPr sz="1700">
                <a:solidFill>
                  <a:srgbClr val="323746"/>
                </a:solidFill>
              </a:defRPr>
            </a:pPr>
            <a:r>
              <a:t>Do not publish scratch metrics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746"/>
                </a:solidFill>
              </a:defRPr>
            </a:pPr>
            <a:r>
              <a:t>Scratch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C546E"/>
                </a:solidFill>
              </a:defRPr>
            </a:pPr>
            <a:r>
              <a:t>Delete before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67665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23746"/>
                </a:solidFill>
              </a:defRPr>
            </a:pPr>
            <a:r>
              <a:t>Outdated logo test</a:t>
            </a:r>
          </a:p>
          <a:p>
            <a:pPr>
              <a:defRPr sz="1700">
                <a:solidFill>
                  <a:srgbClr val="323746"/>
                </a:solidFill>
              </a:defRPr>
            </a:pPr>
            <a:r>
              <a:t>Deprecated roadmap graphic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746"/>
                </a:solidFill>
              </a:defRPr>
            </a:pPr>
            <a:r>
              <a:t>Draft: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7665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23746"/>
                </a:solidFill>
              </a:defRPr>
            </a:pPr>
            <a:r>
              <a:t>Old agenda: metrics are on slide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920240"/>
          <a:ext cx="47548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4267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Section</a:t>
                      </a:r>
                    </a:p>
                  </a:txBody>
                  <a:tcPr>
                    <a:solidFill>
                      <a:srgbClr val="1F27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Slide</a:t>
                      </a:r>
                    </a:p>
                  </a:txBody>
                  <a:tcPr>
                    <a:solidFill>
                      <a:srgbClr val="1F274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Old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Old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746"/>
                </a:solidFill>
              </a:defRPr>
            </a:pPr>
            <a:r>
              <a:t>Draft: Market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7665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23746"/>
                </a:solidFill>
              </a:defRPr>
            </a:pPr>
            <a:r>
              <a:t>Market demand stable</a:t>
            </a:r>
          </a:p>
          <a:p>
            <a:pPr>
              <a:defRPr sz="1700">
                <a:solidFill>
                  <a:srgbClr val="323746"/>
                </a:solidFill>
              </a:defRPr>
            </a:pPr>
            <a:r>
              <a:t>Support volume rising in enterprise segment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746"/>
                </a:solidFill>
              </a:defRPr>
            </a:pPr>
            <a:r>
              <a:t>Draft: KPI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7665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23746"/>
                </a:solidFill>
              </a:defRPr>
            </a:pPr>
            <a:r>
              <a:t>ARR 2.9M</a:t>
            </a:r>
          </a:p>
          <a:p>
            <a:pPr>
              <a:defRPr sz="1700">
                <a:solidFill>
                  <a:srgbClr val="323746"/>
                </a:solidFill>
              </a:defRPr>
            </a:pPr>
            <a:r>
              <a:t>Churn risk 2 accounts</a:t>
            </a:r>
          </a:p>
          <a:p>
            <a:pPr>
              <a:defRPr sz="1700">
                <a:solidFill>
                  <a:srgbClr val="323746"/>
                </a:solidFill>
              </a:defRPr>
            </a:pPr>
            <a:r>
              <a:t>NRR 91%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560320"/>
          <a:ext cx="47548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3429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27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F274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2.9M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Churn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 accounts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746"/>
                </a:solidFill>
              </a:defRPr>
            </a:pPr>
            <a:r>
              <a:t>Draft: Customer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7665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23746"/>
                </a:solidFill>
              </a:defRPr>
            </a:pPr>
            <a:r>
              <a:t>Risk table needs QBR values</a:t>
            </a:r>
          </a:p>
          <a:p>
            <a:pPr>
              <a:defRPr sz="1700">
                <a:solidFill>
                  <a:srgbClr val="323746"/>
                </a:solidFill>
              </a:defRPr>
            </a:pPr>
            <a:r>
              <a:t>Internal: name account owner escalations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560320"/>
          <a:ext cx="56692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F27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F27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Renewal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TBD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Adoption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TBD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746"/>
                </a:solidFill>
              </a:defRPr>
            </a:pPr>
            <a:r>
              <a:t>Draft: Mitigation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7665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23746"/>
                </a:solidFill>
              </a:defRPr>
            </a:pPr>
            <a:r>
              <a:t>Actions need owners and due dates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746"/>
                </a:solidFill>
              </a:defRPr>
            </a:pPr>
            <a:r>
              <a:t>Draft: Decision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7665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23746"/>
                </a:solidFill>
              </a:defRPr>
            </a:pPr>
            <a:r>
              <a:t>Decision language should align to risks and 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746"/>
                </a:solidFill>
              </a:defRPr>
            </a:pPr>
            <a:r>
              <a:t>Draft: Appendix - Data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7665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23746"/>
                </a:solidFill>
              </a:defRPr>
            </a:pPr>
            <a:r>
              <a:t>Source notes need public-safe wording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746"/>
                </a:solidFill>
              </a:defRPr>
            </a:pPr>
            <a:r>
              <a:t>Reference - Locked Legal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7665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23746"/>
                </a:solidFill>
              </a:defRPr>
            </a:pPr>
            <a:r>
              <a:t>Confidentiality language approved by Legal.</a:t>
            </a:r>
          </a:p>
          <a:p>
            <a:pPr>
              <a:defRPr sz="1700">
                <a:solidFill>
                  <a:srgbClr val="323746"/>
                </a:solidFill>
              </a:defRPr>
            </a:pPr>
            <a:r>
              <a:t>Do not alter this slide.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746"/>
                </a:solidFill>
              </a:defRPr>
            </a:pPr>
            <a:r>
              <a:t>Deprecated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7665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23746"/>
                </a:solidFill>
              </a:defRPr>
            </a:pPr>
            <a:r>
              <a:t>Old feature timing, delete before publish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