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rial"/>
              </a:defRPr>
            </a:pPr>
            <a:r>
              <a:t>Program Brief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6858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latin typeface="Arial"/>
              </a:defRPr>
            </a:pPr>
            <a:r>
              <a:t>Public-source briefing template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3152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latin typeface="Arial"/>
              </a:defRPr>
            </a:pPr>
            <a:r>
              <a:t>Metrics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2194560" cy="1188720"/>
          </a:xfrm>
          <a:prstGeom prst="roundRect">
            <a:avLst/>
          </a:prstGeom>
          <a:solidFill>
            <a:srgbClr val="F3F6F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latin typeface="Arial"/>
              </a:defRPr>
            </a:pPr>
            <a:r>
              <a:t>Open Actions</a:t>
            </a:r>
          </a:p>
          <a:p>
            <a:pPr>
              <a:defRPr sz="2000" b="1">
                <a:latin typeface="Arial"/>
              </a:defRPr>
            </a:pPr>
            <a:r>
              <a:t>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154680" y="1463040"/>
            <a:ext cx="2194560" cy="1188720"/>
          </a:xfrm>
          <a:prstGeom prst="roundRect">
            <a:avLst/>
          </a:prstGeom>
          <a:solidFill>
            <a:srgbClr val="F3F6F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latin typeface="Arial"/>
              </a:defRPr>
            </a:pPr>
            <a:r>
              <a:t>Late Items</a:t>
            </a:r>
          </a:p>
          <a:p>
            <a:pPr>
              <a:defRPr sz="2000" b="1">
                <a:latin typeface="Arial"/>
              </a:defRPr>
            </a:pPr>
            <a:r>
              <a:t>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577840" y="1463040"/>
            <a:ext cx="2194560" cy="1188720"/>
          </a:xfrm>
          <a:prstGeom prst="roundRect">
            <a:avLst/>
          </a:prstGeom>
          <a:solidFill>
            <a:srgbClr val="F3F6F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latin typeface="Arial"/>
              </a:defRPr>
            </a:pPr>
            <a:r>
              <a:t>Completed</a:t>
            </a:r>
          </a:p>
          <a:p>
            <a:pPr>
              <a:defRPr sz="2000" b="1">
                <a:latin typeface="Arial"/>
              </a:defRPr>
            </a:pPr>
            <a:r>
              <a:t>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3152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latin typeface="Arial"/>
              </a:defRPr>
            </a:pPr>
            <a:r>
              <a:t>Reference Style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25880"/>
            <a:ext cx="713232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latin typeface="Arial"/>
              </a:defRPr>
            </a:pPr>
            <a:r>
              <a:t>Reference bullet one</a:t>
            </a:r>
          </a:p>
          <a:p>
            <a:pPr>
              <a:defRPr sz="1600" b="0">
                <a:latin typeface="Arial"/>
              </a:defRPr>
            </a:pPr>
            <a:r>
              <a:t>Reference bullet two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3152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latin typeface="Arial"/>
              </a:defRPr>
            </a:pPr>
            <a: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25880"/>
            <a:ext cx="713232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>
                <a:latin typeface="Arial"/>
              </a:defRPr>
            </a:pPr>
            <a:r>
              <a:t>Appendix placeholder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