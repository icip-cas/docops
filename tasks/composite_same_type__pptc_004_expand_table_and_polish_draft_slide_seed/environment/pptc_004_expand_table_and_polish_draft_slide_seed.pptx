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Milestone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1148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Vendor recovery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 final status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Install date memo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Tie to vendor confirmation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Client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 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 for revised install date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77840" y="1188720"/>
            <a:ext cx="2743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>
                <a:solidFill>
                  <a:srgbClr val="333333"/>
                </a:solidFill>
                <a:latin typeface="Arial"/>
              </a:rPr>
              <a:t>Vendor is kinda late again.</a:t>
            </a:r>
          </a:p>
          <a:p>
            <a:pPr/>
            <a:r>
              <a:rPr sz="1500">
                <a:solidFill>
                  <a:srgbClr val="333333"/>
                </a:solidFill>
                <a:latin typeface="Arial"/>
              </a:rPr>
              <a:t>The revised install date is still super fuzzy.</a:t>
            </a:r>
          </a:p>
          <a:p>
            <a:pPr/>
            <a:r>
              <a:rPr sz="1500">
                <a:solidFill>
                  <a:srgbClr val="333333"/>
                </a:solidFill>
                <a:latin typeface="Arial"/>
              </a:rPr>
              <a:t>Client update should probably wait a bit longer.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